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 đèn luân phiên" id="{3F5FE619-97D7-457D-9F93-38CAE373EAD5}">
          <p14:sldIdLst>
            <p14:sldId id="256"/>
          </p14:sldIdLst>
        </p14:section>
        <p14:section name="Sáng/tắt đèn vàng" id="{A05E42B0-FC9A-4DB4-B020-9A66BA0EA0FE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60DFD6-C2CF-43DE-837C-CF7695F1F1F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C8F50F-9706-47D5-A7D2-4F6E56966F2C}">
      <dgm:prSet phldrT="[Text]" phldr="0"/>
      <dgm:spPr/>
      <dgm:t>
        <a:bodyPr/>
        <a:lstStyle/>
        <a:p>
          <a:r>
            <a:rPr lang="en-US" dirty="0" err="1"/>
            <a:t>LedGT.ino</a:t>
          </a:r>
          <a:endParaRPr lang="en-US" dirty="0"/>
        </a:p>
      </dgm:t>
    </dgm:pt>
    <dgm:pt modelId="{0527D6C3-8CBD-49DC-B21F-DBFD4D05F05A}" type="parTrans" cxnId="{DF1A47F8-04BC-42FF-866B-13551EEAA333}">
      <dgm:prSet/>
      <dgm:spPr/>
      <dgm:t>
        <a:bodyPr/>
        <a:lstStyle/>
        <a:p>
          <a:endParaRPr lang="en-US"/>
        </a:p>
      </dgm:t>
    </dgm:pt>
    <dgm:pt modelId="{F7629E00-3B89-47F3-8816-F314057D52CC}" type="sibTrans" cxnId="{DF1A47F8-04BC-42FF-866B-13551EEAA333}">
      <dgm:prSet/>
      <dgm:spPr/>
      <dgm:t>
        <a:bodyPr/>
        <a:lstStyle/>
        <a:p>
          <a:endParaRPr lang="en-US"/>
        </a:p>
      </dgm:t>
    </dgm:pt>
    <dgm:pt modelId="{89EC339A-1E59-406C-9C84-4C6802C88076}">
      <dgm:prSet phldrT="[Text]" phldr="0"/>
      <dgm:spPr/>
      <dgm:t>
        <a:bodyPr/>
        <a:lstStyle/>
        <a:p>
          <a:r>
            <a:rPr lang="en-US" dirty="0" err="1"/>
            <a:t>Chạy</a:t>
          </a:r>
          <a:r>
            <a:rPr lang="en-US" dirty="0"/>
            <a:t> </a:t>
          </a:r>
          <a:r>
            <a:rPr lang="en-US" dirty="0" err="1"/>
            <a:t>chương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kxnTaskManager</a:t>
          </a:r>
          <a:endParaRPr lang="en-US" dirty="0"/>
        </a:p>
      </dgm:t>
    </dgm:pt>
    <dgm:pt modelId="{B6C885EC-8249-4D4A-8486-B70C7AB73D64}" type="parTrans" cxnId="{3551B8C3-075F-4157-837E-BB7415FFF7DC}">
      <dgm:prSet/>
      <dgm:spPr/>
      <dgm:t>
        <a:bodyPr/>
        <a:lstStyle/>
        <a:p>
          <a:endParaRPr lang="en-US"/>
        </a:p>
      </dgm:t>
    </dgm:pt>
    <dgm:pt modelId="{616F8BA5-0D72-4110-82AA-68CD49CB824B}" type="sibTrans" cxnId="{3551B8C3-075F-4157-837E-BB7415FFF7DC}">
      <dgm:prSet/>
      <dgm:spPr/>
      <dgm:t>
        <a:bodyPr/>
        <a:lstStyle/>
        <a:p>
          <a:endParaRPr lang="en-US"/>
        </a:p>
      </dgm:t>
    </dgm:pt>
    <dgm:pt modelId="{55EFFF30-23EC-4E31-94B1-6DF722EAA5E1}">
      <dgm:prSet phldrT="[Text]" phldr="0"/>
      <dgm:spPr/>
      <dgm:t>
        <a:bodyPr/>
        <a:lstStyle/>
        <a:p>
          <a:r>
            <a:rPr lang="en-US" dirty="0" err="1"/>
            <a:t>khoiApp</a:t>
          </a:r>
          <a:endParaRPr lang="en-US" dirty="0"/>
        </a:p>
      </dgm:t>
    </dgm:pt>
    <dgm:pt modelId="{2C01BBC4-92A4-425A-9423-58C753265704}" type="parTrans" cxnId="{C9477095-AD95-43CB-8CB2-AB8DEF487980}">
      <dgm:prSet/>
      <dgm:spPr/>
      <dgm:t>
        <a:bodyPr/>
        <a:lstStyle/>
        <a:p>
          <a:endParaRPr lang="en-US"/>
        </a:p>
      </dgm:t>
    </dgm:pt>
    <dgm:pt modelId="{47D861BC-CF23-4CCF-A607-4AE7C3F3D494}" type="sibTrans" cxnId="{C9477095-AD95-43CB-8CB2-AB8DEF487980}">
      <dgm:prSet/>
      <dgm:spPr/>
      <dgm:t>
        <a:bodyPr/>
        <a:lstStyle/>
        <a:p>
          <a:endParaRPr lang="en-US"/>
        </a:p>
      </dgm:t>
    </dgm:pt>
    <dgm:pt modelId="{5FEAF004-992F-4D7D-A579-5DCC2A8B0DBE}">
      <dgm:prSet phldrT="[Text]" phldr="0"/>
      <dgm:spPr/>
      <dgm:t>
        <a:bodyPr/>
        <a:lstStyle/>
        <a:p>
          <a:r>
            <a:rPr lang="en-US" dirty="0"/>
            <a:t>Lưu </a:t>
          </a:r>
          <a:r>
            <a:rPr lang="en-US" dirty="0" err="1"/>
            <a:t>giá</a:t>
          </a:r>
          <a:r>
            <a:rPr lang="en-US" dirty="0"/>
            <a:t> </a:t>
          </a:r>
          <a:r>
            <a:rPr lang="en-US" dirty="0" err="1"/>
            <a:t>trị</a:t>
          </a:r>
          <a:r>
            <a:rPr lang="en-US" dirty="0"/>
            <a:t> </a:t>
          </a:r>
          <a:r>
            <a:rPr lang="en-US" dirty="0" err="1"/>
            <a:t>chân</a:t>
          </a:r>
          <a:r>
            <a:rPr lang="en-US" dirty="0"/>
            <a:t>, </a:t>
          </a:r>
          <a:r>
            <a:rPr lang="en-US" dirty="0" err="1"/>
            <a:t>thời</a:t>
          </a:r>
          <a:r>
            <a:rPr lang="en-US" dirty="0"/>
            <a:t> </a:t>
          </a:r>
          <a:r>
            <a:rPr lang="en-US" dirty="0" err="1"/>
            <a:t>gian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</a:t>
          </a:r>
          <a:r>
            <a:rPr lang="en-US" dirty="0" err="1"/>
            <a:t>đèn</a:t>
          </a:r>
          <a:r>
            <a:rPr lang="en-US" dirty="0"/>
            <a:t> </a:t>
          </a:r>
          <a:r>
            <a:rPr lang="en-US" dirty="0" err="1"/>
            <a:t>vào</a:t>
          </a:r>
          <a:r>
            <a:rPr lang="en-US" dirty="0"/>
            <a:t> </a:t>
          </a:r>
          <a:r>
            <a:rPr lang="en-US" dirty="0" err="1"/>
            <a:t>dàn</a:t>
          </a:r>
          <a:r>
            <a:rPr lang="en-US" dirty="0"/>
            <a:t> ý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chương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khoiGT</a:t>
          </a:r>
          <a:endParaRPr lang="en-US" dirty="0"/>
        </a:p>
      </dgm:t>
    </dgm:pt>
    <dgm:pt modelId="{725BEB8D-CB08-4AF4-9C7A-3585F3808C97}" type="parTrans" cxnId="{AF795218-A85B-44D7-AE29-761532C8BBBB}">
      <dgm:prSet/>
      <dgm:spPr/>
      <dgm:t>
        <a:bodyPr/>
        <a:lstStyle/>
        <a:p>
          <a:endParaRPr lang="en-US"/>
        </a:p>
      </dgm:t>
    </dgm:pt>
    <dgm:pt modelId="{B751DE46-6EBC-47C6-A39C-A730A4A3EF70}" type="sibTrans" cxnId="{AF795218-A85B-44D7-AE29-761532C8BBBB}">
      <dgm:prSet/>
      <dgm:spPr/>
      <dgm:t>
        <a:bodyPr/>
        <a:lstStyle/>
        <a:p>
          <a:endParaRPr lang="en-US"/>
        </a:p>
      </dgm:t>
    </dgm:pt>
    <dgm:pt modelId="{636116F6-9FB6-42E5-868F-F7E3AE3F15C1}">
      <dgm:prSet phldrT="[Text]" phldr="0"/>
      <dgm:spPr/>
      <dgm:t>
        <a:bodyPr/>
        <a:lstStyle/>
        <a:p>
          <a:r>
            <a:rPr lang="en-US" dirty="0" err="1"/>
            <a:t>khoiGT</a:t>
          </a:r>
          <a:endParaRPr lang="en-US" dirty="0"/>
        </a:p>
      </dgm:t>
    </dgm:pt>
    <dgm:pt modelId="{DBC02492-D0AD-46E3-A8E2-694CD75C6BC5}" type="parTrans" cxnId="{AF19D104-25D2-46A7-9769-E72E34C915B9}">
      <dgm:prSet/>
      <dgm:spPr/>
      <dgm:t>
        <a:bodyPr/>
        <a:lstStyle/>
        <a:p>
          <a:endParaRPr lang="en-US"/>
        </a:p>
      </dgm:t>
    </dgm:pt>
    <dgm:pt modelId="{208D5ADE-76E2-4CED-8611-3F2869491ED5}" type="sibTrans" cxnId="{AF19D104-25D2-46A7-9769-E72E34C915B9}">
      <dgm:prSet/>
      <dgm:spPr/>
      <dgm:t>
        <a:bodyPr/>
        <a:lstStyle/>
        <a:p>
          <a:endParaRPr lang="en-US"/>
        </a:p>
      </dgm:t>
    </dgm:pt>
    <dgm:pt modelId="{784DC5B0-3759-404B-9B78-1FFB4799B45F}">
      <dgm:prSet phldrT="[Text]" phldr="0"/>
      <dgm:spPr/>
      <dgm:t>
        <a:bodyPr/>
        <a:lstStyle/>
        <a:p>
          <a:r>
            <a:rPr lang="en-US" dirty="0" err="1"/>
            <a:t>Tạo</a:t>
          </a:r>
          <a:r>
            <a:rPr lang="en-US" dirty="0"/>
            <a:t> </a:t>
          </a:r>
          <a:r>
            <a:rPr lang="en-US" dirty="0" err="1"/>
            <a:t>dàn</a:t>
          </a:r>
          <a:r>
            <a:rPr lang="en-US" dirty="0"/>
            <a:t> ý </a:t>
          </a:r>
          <a:r>
            <a:rPr lang="en-US" dirty="0" err="1"/>
            <a:t>để</a:t>
          </a:r>
          <a:r>
            <a:rPr lang="en-US" dirty="0"/>
            <a:t> </a:t>
          </a:r>
          <a:r>
            <a:rPr lang="en-US" dirty="0" err="1"/>
            <a:t>khai</a:t>
          </a:r>
          <a:r>
            <a:rPr lang="en-US" dirty="0"/>
            <a:t> </a:t>
          </a:r>
          <a:r>
            <a:rPr lang="en-US" dirty="0" err="1"/>
            <a:t>báo</a:t>
          </a:r>
          <a:r>
            <a:rPr lang="en-US" dirty="0"/>
            <a:t> </a:t>
          </a:r>
          <a:r>
            <a:rPr lang="en-US" dirty="0" err="1"/>
            <a:t>chân</a:t>
          </a:r>
          <a:r>
            <a:rPr lang="en-US" dirty="0"/>
            <a:t>, </a:t>
          </a:r>
          <a:r>
            <a:rPr lang="en-US" dirty="0" err="1"/>
            <a:t>thời</a:t>
          </a:r>
          <a:r>
            <a:rPr lang="en-US" dirty="0"/>
            <a:t> </a:t>
          </a:r>
          <a:r>
            <a:rPr lang="en-US" dirty="0" err="1"/>
            <a:t>gian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</a:t>
          </a:r>
          <a:r>
            <a:rPr lang="en-US" dirty="0" err="1"/>
            <a:t>đèn</a:t>
          </a:r>
          <a:endParaRPr lang="en-US" dirty="0"/>
        </a:p>
      </dgm:t>
    </dgm:pt>
    <dgm:pt modelId="{913FB855-D561-4C4A-AF5E-FC48EA3BE5E2}" type="parTrans" cxnId="{A4333AFF-B15B-4162-BFAF-E5CD22FE3E3D}">
      <dgm:prSet/>
      <dgm:spPr/>
      <dgm:t>
        <a:bodyPr/>
        <a:lstStyle/>
        <a:p>
          <a:endParaRPr lang="en-US"/>
        </a:p>
      </dgm:t>
    </dgm:pt>
    <dgm:pt modelId="{0E3580E4-4906-40C2-83B3-7070C4811158}" type="sibTrans" cxnId="{A4333AFF-B15B-4162-BFAF-E5CD22FE3E3D}">
      <dgm:prSet/>
      <dgm:spPr/>
      <dgm:t>
        <a:bodyPr/>
        <a:lstStyle/>
        <a:p>
          <a:endParaRPr lang="en-US"/>
        </a:p>
      </dgm:t>
    </dgm:pt>
    <dgm:pt modelId="{5AD0D62A-4E2A-4055-8628-8E8A456D78AB}">
      <dgm:prSet phldrT="[Text]" phldr="0"/>
      <dgm:spPr/>
      <dgm:t>
        <a:bodyPr/>
        <a:lstStyle/>
        <a:p>
          <a:r>
            <a:rPr lang="en-US" dirty="0"/>
            <a:t>Case ‘3’: </a:t>
          </a:r>
          <a:r>
            <a:rPr lang="en-US" dirty="0" err="1"/>
            <a:t>Dùng</a:t>
          </a:r>
          <a:r>
            <a:rPr lang="en-US" dirty="0"/>
            <a:t> </a:t>
          </a:r>
          <a:r>
            <a:rPr lang="en-US" dirty="0" err="1"/>
            <a:t>khoiApp</a:t>
          </a:r>
          <a:r>
            <a:rPr lang="en-US" dirty="0"/>
            <a:t> </a:t>
          </a:r>
          <a:r>
            <a:rPr lang="en-US" dirty="0" err="1"/>
            <a:t>kiểm</a:t>
          </a:r>
          <a:r>
            <a:rPr lang="en-US" dirty="0"/>
            <a:t> </a:t>
          </a:r>
          <a:r>
            <a:rPr lang="en-US" dirty="0" err="1"/>
            <a:t>tra</a:t>
          </a:r>
          <a:r>
            <a:rPr lang="en-US" dirty="0"/>
            <a:t> </a:t>
          </a:r>
          <a:r>
            <a:rPr lang="en-US" dirty="0" err="1"/>
            <a:t>trạng</a:t>
          </a:r>
          <a:r>
            <a:rPr lang="en-US" dirty="0"/>
            <a:t> </a:t>
          </a:r>
          <a:r>
            <a:rPr lang="en-US" dirty="0" err="1"/>
            <a:t>thái</a:t>
          </a:r>
          <a:r>
            <a:rPr lang="en-US" dirty="0"/>
            <a:t> </a:t>
          </a:r>
          <a:r>
            <a:rPr lang="en-US" dirty="0" err="1"/>
            <a:t>nhàn</a:t>
          </a:r>
          <a:r>
            <a:rPr lang="en-US" dirty="0"/>
            <a:t> </a:t>
          </a:r>
          <a:r>
            <a:rPr lang="en-US" dirty="0" err="1"/>
            <a:t>rỗi</a:t>
          </a:r>
          <a:endParaRPr lang="en-US" dirty="0"/>
        </a:p>
      </dgm:t>
    </dgm:pt>
    <dgm:pt modelId="{F07982D6-BBC2-4C1D-A344-EDD69DC1D7FE}" type="parTrans" cxnId="{1387E86A-CA75-4735-9A9F-FBE927D6492A}">
      <dgm:prSet/>
      <dgm:spPr/>
      <dgm:t>
        <a:bodyPr/>
        <a:lstStyle/>
        <a:p>
          <a:endParaRPr lang="en-US"/>
        </a:p>
      </dgm:t>
    </dgm:pt>
    <dgm:pt modelId="{06E9B332-BDA2-4031-A646-6FFE72C02CC0}" type="sibTrans" cxnId="{1387E86A-CA75-4735-9A9F-FBE927D6492A}">
      <dgm:prSet/>
      <dgm:spPr/>
      <dgm:t>
        <a:bodyPr/>
        <a:lstStyle/>
        <a:p>
          <a:endParaRPr lang="en-US"/>
        </a:p>
      </dgm:t>
    </dgm:pt>
    <dgm:pt modelId="{7B7CC0A7-90CE-4838-B58B-E87337EBA038}">
      <dgm:prSet phldrT="[Text]" phldr="0"/>
      <dgm:spPr/>
      <dgm:t>
        <a:bodyPr/>
        <a:lstStyle/>
        <a:p>
          <a:r>
            <a:rPr lang="en-US" dirty="0" err="1"/>
            <a:t>Yêu</a:t>
          </a:r>
          <a:r>
            <a:rPr lang="en-US" dirty="0"/>
            <a:t> </a:t>
          </a:r>
          <a:r>
            <a:rPr lang="en-US" dirty="0" err="1"/>
            <a:t>cầu</a:t>
          </a:r>
          <a:r>
            <a:rPr lang="en-US" dirty="0"/>
            <a:t> </a:t>
          </a:r>
          <a:r>
            <a:rPr lang="en-US" dirty="0" err="1"/>
            <a:t>khoiApp</a:t>
          </a:r>
          <a:r>
            <a:rPr lang="en-US" dirty="0"/>
            <a:t> </a:t>
          </a:r>
          <a:r>
            <a:rPr lang="en-US" dirty="0" err="1"/>
            <a:t>Chạy</a:t>
          </a:r>
          <a:r>
            <a:rPr lang="en-US" dirty="0"/>
            <a:t> </a:t>
          </a:r>
          <a:r>
            <a:rPr lang="en-US" dirty="0" err="1"/>
            <a:t>chương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</a:t>
          </a:r>
          <a:r>
            <a:rPr lang="en-US" dirty="0" err="1"/>
            <a:t>luân</a:t>
          </a:r>
          <a:r>
            <a:rPr lang="en-US" dirty="0"/>
            <a:t> </a:t>
          </a:r>
          <a:r>
            <a:rPr lang="en-US" dirty="0" err="1"/>
            <a:t>phiên</a:t>
          </a:r>
          <a:r>
            <a:rPr lang="en-US" dirty="0"/>
            <a:t> 3 </a:t>
          </a:r>
          <a:r>
            <a:rPr lang="en-US" dirty="0" err="1"/>
            <a:t>đèn</a:t>
          </a:r>
          <a:endParaRPr lang="en-US" dirty="0"/>
        </a:p>
      </dgm:t>
    </dgm:pt>
    <dgm:pt modelId="{E3561718-4FB8-456B-BF3F-D262EC0A0FE5}" type="parTrans" cxnId="{439BBFA8-7498-46FB-9DD1-3C2B864559C0}">
      <dgm:prSet/>
      <dgm:spPr/>
      <dgm:t>
        <a:bodyPr/>
        <a:lstStyle/>
        <a:p>
          <a:endParaRPr lang="en-US"/>
        </a:p>
      </dgm:t>
    </dgm:pt>
    <dgm:pt modelId="{4C397B4A-6668-469D-9E58-A713490D6D2B}" type="sibTrans" cxnId="{439BBFA8-7498-46FB-9DD1-3C2B864559C0}">
      <dgm:prSet/>
      <dgm:spPr/>
      <dgm:t>
        <a:bodyPr/>
        <a:lstStyle/>
        <a:p>
          <a:endParaRPr lang="en-US"/>
        </a:p>
      </dgm:t>
    </dgm:pt>
    <dgm:pt modelId="{57B36C8B-2F5D-4257-9ED2-B1C19FC535D1}">
      <dgm:prSet phldrT="[Text]" phldr="0"/>
      <dgm:spPr/>
      <dgm:t>
        <a:bodyPr/>
        <a:lstStyle/>
        <a:p>
          <a:r>
            <a:rPr lang="en-US" dirty="0"/>
            <a:t>Định </a:t>
          </a:r>
          <a:r>
            <a:rPr lang="en-US" dirty="0" err="1"/>
            <a:t>nghĩ</a:t>
          </a:r>
          <a:r>
            <a:rPr lang="en-US" dirty="0"/>
            <a:t> </a:t>
          </a:r>
          <a:r>
            <a:rPr lang="en-US" dirty="0" err="1"/>
            <a:t>chương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3 </a:t>
          </a:r>
          <a:r>
            <a:rPr lang="en-US" dirty="0" err="1"/>
            <a:t>đèn</a:t>
          </a:r>
          <a:r>
            <a:rPr lang="en-US" dirty="0"/>
            <a:t> </a:t>
          </a:r>
          <a:r>
            <a:rPr lang="en-US" dirty="0" err="1"/>
            <a:t>luân</a:t>
          </a:r>
          <a:r>
            <a:rPr lang="en-US" dirty="0"/>
            <a:t> </a:t>
          </a:r>
          <a:r>
            <a:rPr lang="en-US" dirty="0" err="1"/>
            <a:t>phiên</a:t>
          </a:r>
          <a:endParaRPr lang="en-US" dirty="0"/>
        </a:p>
      </dgm:t>
    </dgm:pt>
    <dgm:pt modelId="{3E6D7779-15F7-4A8A-B367-8A8E65218C5C}" type="parTrans" cxnId="{F2940D28-B1C0-425C-BA9E-8DE8C132FBD8}">
      <dgm:prSet/>
      <dgm:spPr/>
      <dgm:t>
        <a:bodyPr/>
        <a:lstStyle/>
        <a:p>
          <a:endParaRPr lang="en-US"/>
        </a:p>
      </dgm:t>
    </dgm:pt>
    <dgm:pt modelId="{9AF03E57-23E4-42B4-B73F-D95793AC822E}" type="sibTrans" cxnId="{F2940D28-B1C0-425C-BA9E-8DE8C132FBD8}">
      <dgm:prSet/>
      <dgm:spPr/>
      <dgm:t>
        <a:bodyPr/>
        <a:lstStyle/>
        <a:p>
          <a:endParaRPr lang="en-US"/>
        </a:p>
      </dgm:t>
    </dgm:pt>
    <dgm:pt modelId="{571E5044-08A0-451F-8705-2DD9CF4A84A6}">
      <dgm:prSet phldrT="[Text]" phldr="0"/>
      <dgm:spPr/>
      <dgm:t>
        <a:bodyPr/>
        <a:lstStyle/>
        <a:p>
          <a:r>
            <a:rPr lang="en-US" dirty="0"/>
            <a:t>Định </a:t>
          </a:r>
          <a:r>
            <a:rPr lang="en-US" dirty="0" err="1"/>
            <a:t>nghĩ</a:t>
          </a:r>
          <a:r>
            <a:rPr lang="en-US" dirty="0"/>
            <a:t> </a:t>
          </a:r>
          <a:r>
            <a:rPr lang="en-US" dirty="0" err="1"/>
            <a:t>trạng</a:t>
          </a:r>
          <a:r>
            <a:rPr lang="en-US" dirty="0"/>
            <a:t> </a:t>
          </a:r>
          <a:r>
            <a:rPr lang="en-US" dirty="0" err="1"/>
            <a:t>thái</a:t>
          </a:r>
          <a:r>
            <a:rPr lang="en-US" dirty="0"/>
            <a:t> </a:t>
          </a:r>
          <a:r>
            <a:rPr lang="en-US" dirty="0" err="1"/>
            <a:t>nhàn</a:t>
          </a:r>
          <a:r>
            <a:rPr lang="en-US" dirty="0"/>
            <a:t> </a:t>
          </a:r>
          <a:r>
            <a:rPr lang="en-US" dirty="0" err="1"/>
            <a:t>rỗi</a:t>
          </a:r>
          <a:r>
            <a:rPr lang="en-US" dirty="0"/>
            <a:t>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chế</a:t>
          </a:r>
          <a:r>
            <a:rPr lang="en-US" dirty="0"/>
            <a:t> </a:t>
          </a:r>
          <a:r>
            <a:rPr lang="en-US" dirty="0" err="1"/>
            <a:t>độ</a:t>
          </a:r>
          <a:r>
            <a:rPr lang="en-US" dirty="0"/>
            <a:t> Sáng 3 </a:t>
          </a:r>
          <a:r>
            <a:rPr lang="en-US" dirty="0" err="1"/>
            <a:t>đèn</a:t>
          </a:r>
          <a:r>
            <a:rPr lang="en-US" dirty="0"/>
            <a:t> </a:t>
          </a:r>
          <a:r>
            <a:rPr lang="en-US" dirty="0" err="1"/>
            <a:t>luân</a:t>
          </a:r>
          <a:r>
            <a:rPr lang="en-US" dirty="0"/>
            <a:t> </a:t>
          </a:r>
          <a:r>
            <a:rPr lang="en-US" dirty="0" err="1"/>
            <a:t>phiên</a:t>
          </a:r>
          <a:endParaRPr lang="en-US" dirty="0"/>
        </a:p>
      </dgm:t>
    </dgm:pt>
    <dgm:pt modelId="{C4CBC520-9144-40EB-B64C-B2A9FEBC615D}" type="parTrans" cxnId="{27B63B69-06E3-47D2-8E8E-74FB73AAC0EF}">
      <dgm:prSet/>
      <dgm:spPr/>
      <dgm:t>
        <a:bodyPr/>
        <a:lstStyle/>
        <a:p>
          <a:endParaRPr lang="en-US"/>
        </a:p>
      </dgm:t>
    </dgm:pt>
    <dgm:pt modelId="{078A239B-E1D1-44D5-9620-07412D1EC2A2}" type="sibTrans" cxnId="{27B63B69-06E3-47D2-8E8E-74FB73AAC0EF}">
      <dgm:prSet/>
      <dgm:spPr/>
      <dgm:t>
        <a:bodyPr/>
        <a:lstStyle/>
        <a:p>
          <a:endParaRPr lang="en-US"/>
        </a:p>
      </dgm:t>
    </dgm:pt>
    <dgm:pt modelId="{2499F3DD-B5A3-45AD-AB9A-43BE6FC015A8}">
      <dgm:prSet phldrT="[Text]" phldr="0"/>
      <dgm:spPr/>
      <dgm:t>
        <a:bodyPr/>
        <a:lstStyle/>
        <a:p>
          <a:r>
            <a:rPr lang="en-US" dirty="0"/>
            <a:t>Định </a:t>
          </a:r>
          <a:r>
            <a:rPr lang="en-US" dirty="0" err="1"/>
            <a:t>nghĩa</a:t>
          </a:r>
          <a:r>
            <a:rPr lang="en-US" dirty="0"/>
            <a:t> </a:t>
          </a:r>
          <a:r>
            <a:rPr lang="en-US" dirty="0" err="1"/>
            <a:t>các</a:t>
          </a:r>
          <a:r>
            <a:rPr lang="en-US" dirty="0"/>
            <a:t> </a:t>
          </a:r>
          <a:r>
            <a:rPr lang="en-US" dirty="0" err="1"/>
            <a:t>thao</a:t>
          </a:r>
          <a:r>
            <a:rPr lang="en-US" dirty="0"/>
            <a:t> </a:t>
          </a:r>
          <a:r>
            <a:rPr lang="en-US" dirty="0" err="1"/>
            <a:t>tác</a:t>
          </a:r>
          <a:r>
            <a:rPr lang="en-US" dirty="0"/>
            <a:t> </a:t>
          </a:r>
          <a:r>
            <a:rPr lang="en-US" dirty="0" err="1"/>
            <a:t>sẽ</a:t>
          </a:r>
          <a:r>
            <a:rPr lang="en-US" dirty="0"/>
            <a:t> </a:t>
          </a:r>
          <a:r>
            <a:rPr lang="en-US" dirty="0" err="1"/>
            <a:t>thực</a:t>
          </a:r>
          <a:r>
            <a:rPr lang="en-US" dirty="0"/>
            <a:t> </a:t>
          </a:r>
          <a:r>
            <a:rPr lang="en-US" dirty="0" err="1"/>
            <a:t>hiện</a:t>
          </a:r>
          <a:r>
            <a:rPr lang="en-US" dirty="0"/>
            <a:t> </a:t>
          </a:r>
          <a:r>
            <a:rPr lang="en-US" dirty="0" err="1"/>
            <a:t>trong</a:t>
          </a:r>
          <a:r>
            <a:rPr lang="en-US" dirty="0"/>
            <a:t> </a:t>
          </a:r>
          <a:r>
            <a:rPr lang="en-US" dirty="0" err="1"/>
            <a:t>Chế</a:t>
          </a:r>
          <a:r>
            <a:rPr lang="en-US" dirty="0"/>
            <a:t> </a:t>
          </a:r>
          <a:r>
            <a:rPr lang="en-US" dirty="0" err="1"/>
            <a:t>độ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3 </a:t>
          </a:r>
          <a:r>
            <a:rPr lang="en-US" dirty="0" err="1"/>
            <a:t>đèn</a:t>
          </a:r>
          <a:endParaRPr lang="en-US" dirty="0"/>
        </a:p>
      </dgm:t>
    </dgm:pt>
    <dgm:pt modelId="{99DDCE49-5A43-415B-8188-BC959C7CFB6C}" type="parTrans" cxnId="{27170595-A9BB-47C8-8171-F6D4FB10596D}">
      <dgm:prSet/>
      <dgm:spPr/>
      <dgm:t>
        <a:bodyPr/>
        <a:lstStyle/>
        <a:p>
          <a:endParaRPr lang="en-US"/>
        </a:p>
      </dgm:t>
    </dgm:pt>
    <dgm:pt modelId="{EF060D87-60A1-4FE7-8533-B49A690A617C}" type="sibTrans" cxnId="{27170595-A9BB-47C8-8171-F6D4FB10596D}">
      <dgm:prSet/>
      <dgm:spPr/>
      <dgm:t>
        <a:bodyPr/>
        <a:lstStyle/>
        <a:p>
          <a:endParaRPr lang="en-US"/>
        </a:p>
      </dgm:t>
    </dgm:pt>
    <dgm:pt modelId="{0F6D2713-D890-4AFE-9ED0-A64FF5EBCB60}" type="pres">
      <dgm:prSet presAssocID="{9F60DFD6-C2CF-43DE-837C-CF7695F1F1F0}" presName="linearFlow" presStyleCnt="0">
        <dgm:presLayoutVars>
          <dgm:dir/>
          <dgm:animLvl val="lvl"/>
          <dgm:resizeHandles val="exact"/>
        </dgm:presLayoutVars>
      </dgm:prSet>
      <dgm:spPr/>
    </dgm:pt>
    <dgm:pt modelId="{AFAD4674-5E35-4F03-B347-7BCD7D6C0F80}" type="pres">
      <dgm:prSet presAssocID="{E7C8F50F-9706-47D5-A7D2-4F6E56966F2C}" presName="composite" presStyleCnt="0"/>
      <dgm:spPr/>
    </dgm:pt>
    <dgm:pt modelId="{32800E8C-A734-478A-A052-799F4DB47FEF}" type="pres">
      <dgm:prSet presAssocID="{E7C8F50F-9706-47D5-A7D2-4F6E56966F2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B1D66D0-79F6-4F95-9839-A6CEEC4EA919}" type="pres">
      <dgm:prSet presAssocID="{E7C8F50F-9706-47D5-A7D2-4F6E56966F2C}" presName="parSh" presStyleLbl="node1" presStyleIdx="0" presStyleCnt="3"/>
      <dgm:spPr/>
    </dgm:pt>
    <dgm:pt modelId="{DBEC8F2A-36F6-4BF0-9EE2-17A135A2AFEB}" type="pres">
      <dgm:prSet presAssocID="{E7C8F50F-9706-47D5-A7D2-4F6E56966F2C}" presName="desTx" presStyleLbl="fgAcc1" presStyleIdx="0" presStyleCnt="3">
        <dgm:presLayoutVars>
          <dgm:bulletEnabled val="1"/>
        </dgm:presLayoutVars>
      </dgm:prSet>
      <dgm:spPr/>
    </dgm:pt>
    <dgm:pt modelId="{468C6A27-19BD-40B9-A5E6-2EDE3F8CF89F}" type="pres">
      <dgm:prSet presAssocID="{F7629E00-3B89-47F3-8816-F314057D52CC}" presName="sibTrans" presStyleLbl="sibTrans2D1" presStyleIdx="0" presStyleCnt="2"/>
      <dgm:spPr/>
    </dgm:pt>
    <dgm:pt modelId="{20F2D69E-2F9B-4D5B-B49B-63CCFDE504CC}" type="pres">
      <dgm:prSet presAssocID="{F7629E00-3B89-47F3-8816-F314057D52CC}" presName="connTx" presStyleLbl="sibTrans2D1" presStyleIdx="0" presStyleCnt="2"/>
      <dgm:spPr/>
    </dgm:pt>
    <dgm:pt modelId="{A711885D-EB66-4A61-A57B-6586BC58E790}" type="pres">
      <dgm:prSet presAssocID="{55EFFF30-23EC-4E31-94B1-6DF722EAA5E1}" presName="composite" presStyleCnt="0"/>
      <dgm:spPr/>
    </dgm:pt>
    <dgm:pt modelId="{C61AB1DB-3146-42A9-A530-9264175B2F2B}" type="pres">
      <dgm:prSet presAssocID="{55EFFF30-23EC-4E31-94B1-6DF722EAA5E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30FC01A-78E6-461D-A4FF-37C1E4D3FA68}" type="pres">
      <dgm:prSet presAssocID="{55EFFF30-23EC-4E31-94B1-6DF722EAA5E1}" presName="parSh" presStyleLbl="node1" presStyleIdx="1" presStyleCnt="3"/>
      <dgm:spPr/>
    </dgm:pt>
    <dgm:pt modelId="{7923CFB2-FBB2-4B97-8F79-FDBE17187528}" type="pres">
      <dgm:prSet presAssocID="{55EFFF30-23EC-4E31-94B1-6DF722EAA5E1}" presName="desTx" presStyleLbl="fgAcc1" presStyleIdx="1" presStyleCnt="3">
        <dgm:presLayoutVars>
          <dgm:bulletEnabled val="1"/>
        </dgm:presLayoutVars>
      </dgm:prSet>
      <dgm:spPr/>
    </dgm:pt>
    <dgm:pt modelId="{5D1E0483-AD46-4491-95A3-92694F2B8552}" type="pres">
      <dgm:prSet presAssocID="{47D861BC-CF23-4CCF-A607-4AE7C3F3D494}" presName="sibTrans" presStyleLbl="sibTrans2D1" presStyleIdx="1" presStyleCnt="2"/>
      <dgm:spPr/>
    </dgm:pt>
    <dgm:pt modelId="{095526B8-8694-4765-844F-9D89053D2A13}" type="pres">
      <dgm:prSet presAssocID="{47D861BC-CF23-4CCF-A607-4AE7C3F3D494}" presName="connTx" presStyleLbl="sibTrans2D1" presStyleIdx="1" presStyleCnt="2"/>
      <dgm:spPr/>
    </dgm:pt>
    <dgm:pt modelId="{CB28184A-6620-43C0-BAEE-6582D9847F9C}" type="pres">
      <dgm:prSet presAssocID="{636116F6-9FB6-42E5-868F-F7E3AE3F15C1}" presName="composite" presStyleCnt="0"/>
      <dgm:spPr/>
    </dgm:pt>
    <dgm:pt modelId="{19AD1C11-4904-4F1A-A186-9EEB3F078B6D}" type="pres">
      <dgm:prSet presAssocID="{636116F6-9FB6-42E5-868F-F7E3AE3F15C1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E2BDF97-5A35-4D5C-BA8D-64F121BE14C7}" type="pres">
      <dgm:prSet presAssocID="{636116F6-9FB6-42E5-868F-F7E3AE3F15C1}" presName="parSh" presStyleLbl="node1" presStyleIdx="2" presStyleCnt="3"/>
      <dgm:spPr/>
    </dgm:pt>
    <dgm:pt modelId="{82416ED1-5CCB-4336-A507-4CFA3E8C7A0E}" type="pres">
      <dgm:prSet presAssocID="{636116F6-9FB6-42E5-868F-F7E3AE3F15C1}" presName="desTx" presStyleLbl="fgAcc1" presStyleIdx="2" presStyleCnt="3">
        <dgm:presLayoutVars>
          <dgm:bulletEnabled val="1"/>
        </dgm:presLayoutVars>
      </dgm:prSet>
      <dgm:spPr/>
    </dgm:pt>
  </dgm:ptLst>
  <dgm:cxnLst>
    <dgm:cxn modelId="{AF19D104-25D2-46A7-9769-E72E34C915B9}" srcId="{9F60DFD6-C2CF-43DE-837C-CF7695F1F1F0}" destId="{636116F6-9FB6-42E5-868F-F7E3AE3F15C1}" srcOrd="2" destOrd="0" parTransId="{DBC02492-D0AD-46E3-A8E2-694CD75C6BC5}" sibTransId="{208D5ADE-76E2-4CED-8611-3F2869491ED5}"/>
    <dgm:cxn modelId="{3A025F0D-86F4-4B1E-95FD-7FF25C083DB4}" type="presOf" srcId="{9F60DFD6-C2CF-43DE-837C-CF7695F1F1F0}" destId="{0F6D2713-D890-4AFE-9ED0-A64FF5EBCB60}" srcOrd="0" destOrd="0" presId="urn:microsoft.com/office/officeart/2005/8/layout/process3"/>
    <dgm:cxn modelId="{AF795218-A85B-44D7-AE29-761532C8BBBB}" srcId="{55EFFF30-23EC-4E31-94B1-6DF722EAA5E1}" destId="{5FEAF004-992F-4D7D-A579-5DCC2A8B0DBE}" srcOrd="0" destOrd="0" parTransId="{725BEB8D-CB08-4AF4-9C7A-3585F3808C97}" sibTransId="{B751DE46-6EBC-47C6-A39C-A730A4A3EF70}"/>
    <dgm:cxn modelId="{ABBD5C19-BEFF-4320-8492-E74AC8295546}" type="presOf" srcId="{47D861BC-CF23-4CCF-A607-4AE7C3F3D494}" destId="{5D1E0483-AD46-4491-95A3-92694F2B8552}" srcOrd="0" destOrd="0" presId="urn:microsoft.com/office/officeart/2005/8/layout/process3"/>
    <dgm:cxn modelId="{E9BD441B-A884-4FD2-A86A-6C07099F2877}" type="presOf" srcId="{636116F6-9FB6-42E5-868F-F7E3AE3F15C1}" destId="{8E2BDF97-5A35-4D5C-BA8D-64F121BE14C7}" srcOrd="1" destOrd="0" presId="urn:microsoft.com/office/officeart/2005/8/layout/process3"/>
    <dgm:cxn modelId="{2671E524-582F-417D-A9E9-B0B51230C8A5}" type="presOf" srcId="{F7629E00-3B89-47F3-8816-F314057D52CC}" destId="{20F2D69E-2F9B-4D5B-B49B-63CCFDE504CC}" srcOrd="1" destOrd="0" presId="urn:microsoft.com/office/officeart/2005/8/layout/process3"/>
    <dgm:cxn modelId="{09F22F25-ABEC-4EDA-901C-BCAA79ACB30B}" type="presOf" srcId="{784DC5B0-3759-404B-9B78-1FFB4799B45F}" destId="{82416ED1-5CCB-4336-A507-4CFA3E8C7A0E}" srcOrd="0" destOrd="0" presId="urn:microsoft.com/office/officeart/2005/8/layout/process3"/>
    <dgm:cxn modelId="{F2940D28-B1C0-425C-BA9E-8DE8C132FBD8}" srcId="{55EFFF30-23EC-4E31-94B1-6DF722EAA5E1}" destId="{57B36C8B-2F5D-4257-9ED2-B1C19FC535D1}" srcOrd="1" destOrd="0" parTransId="{3E6D7779-15F7-4A8A-B367-8A8E65218C5C}" sibTransId="{9AF03E57-23E4-42B4-B73F-D95793AC822E}"/>
    <dgm:cxn modelId="{3AFE9D47-73C7-4B6F-9034-CFECF2EED75E}" type="presOf" srcId="{571E5044-08A0-451F-8705-2DD9CF4A84A6}" destId="{7923CFB2-FBB2-4B97-8F79-FDBE17187528}" srcOrd="0" destOrd="2" presId="urn:microsoft.com/office/officeart/2005/8/layout/process3"/>
    <dgm:cxn modelId="{27B63B69-06E3-47D2-8E8E-74FB73AAC0EF}" srcId="{55EFFF30-23EC-4E31-94B1-6DF722EAA5E1}" destId="{571E5044-08A0-451F-8705-2DD9CF4A84A6}" srcOrd="2" destOrd="0" parTransId="{C4CBC520-9144-40EB-B64C-B2A9FEBC615D}" sibTransId="{078A239B-E1D1-44D5-9620-07412D1EC2A2}"/>
    <dgm:cxn modelId="{1387E86A-CA75-4735-9A9F-FBE927D6492A}" srcId="{E7C8F50F-9706-47D5-A7D2-4F6E56966F2C}" destId="{5AD0D62A-4E2A-4055-8628-8E8A456D78AB}" srcOrd="1" destOrd="0" parTransId="{F07982D6-BBC2-4C1D-A344-EDD69DC1D7FE}" sibTransId="{06E9B332-BDA2-4031-A646-6FFE72C02CC0}"/>
    <dgm:cxn modelId="{37A1B370-6590-41FA-81E3-C15F0AFC90D5}" type="presOf" srcId="{55EFFF30-23EC-4E31-94B1-6DF722EAA5E1}" destId="{C61AB1DB-3146-42A9-A530-9264175B2F2B}" srcOrd="0" destOrd="0" presId="urn:microsoft.com/office/officeart/2005/8/layout/process3"/>
    <dgm:cxn modelId="{30978279-C329-4744-AA85-F08F2D681940}" type="presOf" srcId="{7B7CC0A7-90CE-4838-B58B-E87337EBA038}" destId="{DBEC8F2A-36F6-4BF0-9EE2-17A135A2AFEB}" srcOrd="0" destOrd="2" presId="urn:microsoft.com/office/officeart/2005/8/layout/process3"/>
    <dgm:cxn modelId="{C3AFE45A-94DE-4983-BD49-105E8C711126}" type="presOf" srcId="{E7C8F50F-9706-47D5-A7D2-4F6E56966F2C}" destId="{32800E8C-A734-478A-A052-799F4DB47FEF}" srcOrd="0" destOrd="0" presId="urn:microsoft.com/office/officeart/2005/8/layout/process3"/>
    <dgm:cxn modelId="{18A3A388-24B2-494B-B5ED-1AA8BE10C20D}" type="presOf" srcId="{47D861BC-CF23-4CCF-A607-4AE7C3F3D494}" destId="{095526B8-8694-4765-844F-9D89053D2A13}" srcOrd="1" destOrd="0" presId="urn:microsoft.com/office/officeart/2005/8/layout/process3"/>
    <dgm:cxn modelId="{3476258D-B058-47D6-B653-CD7FB4859D25}" type="presOf" srcId="{55EFFF30-23EC-4E31-94B1-6DF722EAA5E1}" destId="{A30FC01A-78E6-461D-A4FF-37C1E4D3FA68}" srcOrd="1" destOrd="0" presId="urn:microsoft.com/office/officeart/2005/8/layout/process3"/>
    <dgm:cxn modelId="{10D3778F-BB0C-4837-A530-77F643BB8168}" type="presOf" srcId="{E7C8F50F-9706-47D5-A7D2-4F6E56966F2C}" destId="{1B1D66D0-79F6-4F95-9839-A6CEEC4EA919}" srcOrd="1" destOrd="0" presId="urn:microsoft.com/office/officeart/2005/8/layout/process3"/>
    <dgm:cxn modelId="{27170595-A9BB-47C8-8171-F6D4FB10596D}" srcId="{636116F6-9FB6-42E5-868F-F7E3AE3F15C1}" destId="{2499F3DD-B5A3-45AD-AB9A-43BE6FC015A8}" srcOrd="1" destOrd="0" parTransId="{99DDCE49-5A43-415B-8188-BC959C7CFB6C}" sibTransId="{EF060D87-60A1-4FE7-8533-B49A690A617C}"/>
    <dgm:cxn modelId="{C9477095-AD95-43CB-8CB2-AB8DEF487980}" srcId="{9F60DFD6-C2CF-43DE-837C-CF7695F1F1F0}" destId="{55EFFF30-23EC-4E31-94B1-6DF722EAA5E1}" srcOrd="1" destOrd="0" parTransId="{2C01BBC4-92A4-425A-9423-58C753265704}" sibTransId="{47D861BC-CF23-4CCF-A607-4AE7C3F3D494}"/>
    <dgm:cxn modelId="{439BBFA8-7498-46FB-9DD1-3C2B864559C0}" srcId="{E7C8F50F-9706-47D5-A7D2-4F6E56966F2C}" destId="{7B7CC0A7-90CE-4838-B58B-E87337EBA038}" srcOrd="2" destOrd="0" parTransId="{E3561718-4FB8-456B-BF3F-D262EC0A0FE5}" sibTransId="{4C397B4A-6668-469D-9E58-A713490D6D2B}"/>
    <dgm:cxn modelId="{63BF24A9-F659-4A6C-BF12-281BF3412781}" type="presOf" srcId="{636116F6-9FB6-42E5-868F-F7E3AE3F15C1}" destId="{19AD1C11-4904-4F1A-A186-9EEB3F078B6D}" srcOrd="0" destOrd="0" presId="urn:microsoft.com/office/officeart/2005/8/layout/process3"/>
    <dgm:cxn modelId="{3D8247BB-6B01-4906-A56E-AC504E14BFE2}" type="presOf" srcId="{F7629E00-3B89-47F3-8816-F314057D52CC}" destId="{468C6A27-19BD-40B9-A5E6-2EDE3F8CF89F}" srcOrd="0" destOrd="0" presId="urn:microsoft.com/office/officeart/2005/8/layout/process3"/>
    <dgm:cxn modelId="{3551B8C3-075F-4157-837E-BB7415FFF7DC}" srcId="{E7C8F50F-9706-47D5-A7D2-4F6E56966F2C}" destId="{89EC339A-1E59-406C-9C84-4C6802C88076}" srcOrd="0" destOrd="0" parTransId="{B6C885EC-8249-4D4A-8486-B70C7AB73D64}" sibTransId="{616F8BA5-0D72-4110-82AA-68CD49CB824B}"/>
    <dgm:cxn modelId="{09B2EBC7-DF1E-449B-A1E0-1CA8DA3D5F46}" type="presOf" srcId="{89EC339A-1E59-406C-9C84-4C6802C88076}" destId="{DBEC8F2A-36F6-4BF0-9EE2-17A135A2AFEB}" srcOrd="0" destOrd="0" presId="urn:microsoft.com/office/officeart/2005/8/layout/process3"/>
    <dgm:cxn modelId="{5B29ECCC-EC74-47CD-BFB3-0E31B3E687A7}" type="presOf" srcId="{57B36C8B-2F5D-4257-9ED2-B1C19FC535D1}" destId="{7923CFB2-FBB2-4B97-8F79-FDBE17187528}" srcOrd="0" destOrd="1" presId="urn:microsoft.com/office/officeart/2005/8/layout/process3"/>
    <dgm:cxn modelId="{5438E5F4-3F6A-4F93-8A45-7743950E66F1}" type="presOf" srcId="{2499F3DD-B5A3-45AD-AB9A-43BE6FC015A8}" destId="{82416ED1-5CCB-4336-A507-4CFA3E8C7A0E}" srcOrd="0" destOrd="1" presId="urn:microsoft.com/office/officeart/2005/8/layout/process3"/>
    <dgm:cxn modelId="{DF1A47F8-04BC-42FF-866B-13551EEAA333}" srcId="{9F60DFD6-C2CF-43DE-837C-CF7695F1F1F0}" destId="{E7C8F50F-9706-47D5-A7D2-4F6E56966F2C}" srcOrd="0" destOrd="0" parTransId="{0527D6C3-8CBD-49DC-B21F-DBFD4D05F05A}" sibTransId="{F7629E00-3B89-47F3-8816-F314057D52CC}"/>
    <dgm:cxn modelId="{A485F4F9-13F4-4A17-A997-84466440C1A2}" type="presOf" srcId="{5AD0D62A-4E2A-4055-8628-8E8A456D78AB}" destId="{DBEC8F2A-36F6-4BF0-9EE2-17A135A2AFEB}" srcOrd="0" destOrd="1" presId="urn:microsoft.com/office/officeart/2005/8/layout/process3"/>
    <dgm:cxn modelId="{E65246FE-5EDF-445E-BF04-CE1304707575}" type="presOf" srcId="{5FEAF004-992F-4D7D-A579-5DCC2A8B0DBE}" destId="{7923CFB2-FBB2-4B97-8F79-FDBE17187528}" srcOrd="0" destOrd="0" presId="urn:microsoft.com/office/officeart/2005/8/layout/process3"/>
    <dgm:cxn modelId="{A4333AFF-B15B-4162-BFAF-E5CD22FE3E3D}" srcId="{636116F6-9FB6-42E5-868F-F7E3AE3F15C1}" destId="{784DC5B0-3759-404B-9B78-1FFB4799B45F}" srcOrd="0" destOrd="0" parTransId="{913FB855-D561-4C4A-AF5E-FC48EA3BE5E2}" sibTransId="{0E3580E4-4906-40C2-83B3-7070C4811158}"/>
    <dgm:cxn modelId="{69671360-3B53-4C07-86C1-7C3DA206A6FB}" type="presParOf" srcId="{0F6D2713-D890-4AFE-9ED0-A64FF5EBCB60}" destId="{AFAD4674-5E35-4F03-B347-7BCD7D6C0F80}" srcOrd="0" destOrd="0" presId="urn:microsoft.com/office/officeart/2005/8/layout/process3"/>
    <dgm:cxn modelId="{BC604E32-1193-414E-B7CF-DE21E5783395}" type="presParOf" srcId="{AFAD4674-5E35-4F03-B347-7BCD7D6C0F80}" destId="{32800E8C-A734-478A-A052-799F4DB47FEF}" srcOrd="0" destOrd="0" presId="urn:microsoft.com/office/officeart/2005/8/layout/process3"/>
    <dgm:cxn modelId="{E8F59A85-6E1F-44FF-B803-8BA77B3B3E93}" type="presParOf" srcId="{AFAD4674-5E35-4F03-B347-7BCD7D6C0F80}" destId="{1B1D66D0-79F6-4F95-9839-A6CEEC4EA919}" srcOrd="1" destOrd="0" presId="urn:microsoft.com/office/officeart/2005/8/layout/process3"/>
    <dgm:cxn modelId="{6B213F54-F1F5-4D5E-8259-AD7EC427DDF4}" type="presParOf" srcId="{AFAD4674-5E35-4F03-B347-7BCD7D6C0F80}" destId="{DBEC8F2A-36F6-4BF0-9EE2-17A135A2AFEB}" srcOrd="2" destOrd="0" presId="urn:microsoft.com/office/officeart/2005/8/layout/process3"/>
    <dgm:cxn modelId="{B4717DA6-218C-4BC2-812E-FCD0938C1BFF}" type="presParOf" srcId="{0F6D2713-D890-4AFE-9ED0-A64FF5EBCB60}" destId="{468C6A27-19BD-40B9-A5E6-2EDE3F8CF89F}" srcOrd="1" destOrd="0" presId="urn:microsoft.com/office/officeart/2005/8/layout/process3"/>
    <dgm:cxn modelId="{82323A3F-B896-466C-9379-907EF981F4B8}" type="presParOf" srcId="{468C6A27-19BD-40B9-A5E6-2EDE3F8CF89F}" destId="{20F2D69E-2F9B-4D5B-B49B-63CCFDE504CC}" srcOrd="0" destOrd="0" presId="urn:microsoft.com/office/officeart/2005/8/layout/process3"/>
    <dgm:cxn modelId="{EE73DCA0-EDB6-4F60-9FDA-33BE86A2BC54}" type="presParOf" srcId="{0F6D2713-D890-4AFE-9ED0-A64FF5EBCB60}" destId="{A711885D-EB66-4A61-A57B-6586BC58E790}" srcOrd="2" destOrd="0" presId="urn:microsoft.com/office/officeart/2005/8/layout/process3"/>
    <dgm:cxn modelId="{39575F6E-5A72-41B3-9522-136434DCAE33}" type="presParOf" srcId="{A711885D-EB66-4A61-A57B-6586BC58E790}" destId="{C61AB1DB-3146-42A9-A530-9264175B2F2B}" srcOrd="0" destOrd="0" presId="urn:microsoft.com/office/officeart/2005/8/layout/process3"/>
    <dgm:cxn modelId="{3BA70FA3-F423-42A6-B214-142DF9939672}" type="presParOf" srcId="{A711885D-EB66-4A61-A57B-6586BC58E790}" destId="{A30FC01A-78E6-461D-A4FF-37C1E4D3FA68}" srcOrd="1" destOrd="0" presId="urn:microsoft.com/office/officeart/2005/8/layout/process3"/>
    <dgm:cxn modelId="{2F908379-2D8C-4B7C-AFAE-F252E7AAFAFC}" type="presParOf" srcId="{A711885D-EB66-4A61-A57B-6586BC58E790}" destId="{7923CFB2-FBB2-4B97-8F79-FDBE17187528}" srcOrd="2" destOrd="0" presId="urn:microsoft.com/office/officeart/2005/8/layout/process3"/>
    <dgm:cxn modelId="{0BD0233F-0EE7-4829-A238-E4EF32CE8C2F}" type="presParOf" srcId="{0F6D2713-D890-4AFE-9ED0-A64FF5EBCB60}" destId="{5D1E0483-AD46-4491-95A3-92694F2B8552}" srcOrd="3" destOrd="0" presId="urn:microsoft.com/office/officeart/2005/8/layout/process3"/>
    <dgm:cxn modelId="{C215DEDE-52C1-4F7C-85F6-340C732A68A9}" type="presParOf" srcId="{5D1E0483-AD46-4491-95A3-92694F2B8552}" destId="{095526B8-8694-4765-844F-9D89053D2A13}" srcOrd="0" destOrd="0" presId="urn:microsoft.com/office/officeart/2005/8/layout/process3"/>
    <dgm:cxn modelId="{5269AD0E-8051-45BD-AF7B-A1F0525AEA12}" type="presParOf" srcId="{0F6D2713-D890-4AFE-9ED0-A64FF5EBCB60}" destId="{CB28184A-6620-43C0-BAEE-6582D9847F9C}" srcOrd="4" destOrd="0" presId="urn:microsoft.com/office/officeart/2005/8/layout/process3"/>
    <dgm:cxn modelId="{B37C2207-70B5-48F8-B643-1EBDD0061828}" type="presParOf" srcId="{CB28184A-6620-43C0-BAEE-6582D9847F9C}" destId="{19AD1C11-4904-4F1A-A186-9EEB3F078B6D}" srcOrd="0" destOrd="0" presId="urn:microsoft.com/office/officeart/2005/8/layout/process3"/>
    <dgm:cxn modelId="{4E760D56-585A-4473-9C6B-E9A5701907A4}" type="presParOf" srcId="{CB28184A-6620-43C0-BAEE-6582D9847F9C}" destId="{8E2BDF97-5A35-4D5C-BA8D-64F121BE14C7}" srcOrd="1" destOrd="0" presId="urn:microsoft.com/office/officeart/2005/8/layout/process3"/>
    <dgm:cxn modelId="{7DBEB3D6-D7AF-420E-BF86-799A510F9959}" type="presParOf" srcId="{CB28184A-6620-43C0-BAEE-6582D9847F9C}" destId="{82416ED1-5CCB-4336-A507-4CFA3E8C7A0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60DFD6-C2CF-43DE-837C-CF7695F1F1F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C8F50F-9706-47D5-A7D2-4F6E56966F2C}">
      <dgm:prSet phldrT="[Text]" phldr="0"/>
      <dgm:spPr/>
      <dgm:t>
        <a:bodyPr/>
        <a:lstStyle/>
        <a:p>
          <a:r>
            <a:rPr lang="en-US" dirty="0" err="1"/>
            <a:t>LedGT.ino</a:t>
          </a:r>
          <a:endParaRPr lang="en-US" dirty="0"/>
        </a:p>
      </dgm:t>
    </dgm:pt>
    <dgm:pt modelId="{0527D6C3-8CBD-49DC-B21F-DBFD4D05F05A}" type="parTrans" cxnId="{DF1A47F8-04BC-42FF-866B-13551EEAA333}">
      <dgm:prSet/>
      <dgm:spPr/>
      <dgm:t>
        <a:bodyPr/>
        <a:lstStyle/>
        <a:p>
          <a:endParaRPr lang="en-US"/>
        </a:p>
      </dgm:t>
    </dgm:pt>
    <dgm:pt modelId="{F7629E00-3B89-47F3-8816-F314057D52CC}" type="sibTrans" cxnId="{DF1A47F8-04BC-42FF-866B-13551EEAA333}">
      <dgm:prSet/>
      <dgm:spPr/>
      <dgm:t>
        <a:bodyPr/>
        <a:lstStyle/>
        <a:p>
          <a:endParaRPr lang="en-US"/>
        </a:p>
      </dgm:t>
    </dgm:pt>
    <dgm:pt modelId="{89EC339A-1E59-406C-9C84-4C6802C88076}">
      <dgm:prSet phldrT="[Text]" phldr="1"/>
      <dgm:spPr/>
      <dgm:t>
        <a:bodyPr/>
        <a:lstStyle/>
        <a:p>
          <a:endParaRPr lang="en-US"/>
        </a:p>
      </dgm:t>
    </dgm:pt>
    <dgm:pt modelId="{B6C885EC-8249-4D4A-8486-B70C7AB73D64}" type="parTrans" cxnId="{3551B8C3-075F-4157-837E-BB7415FFF7DC}">
      <dgm:prSet/>
      <dgm:spPr/>
      <dgm:t>
        <a:bodyPr/>
        <a:lstStyle/>
        <a:p>
          <a:endParaRPr lang="en-US"/>
        </a:p>
      </dgm:t>
    </dgm:pt>
    <dgm:pt modelId="{616F8BA5-0D72-4110-82AA-68CD49CB824B}" type="sibTrans" cxnId="{3551B8C3-075F-4157-837E-BB7415FFF7DC}">
      <dgm:prSet/>
      <dgm:spPr/>
      <dgm:t>
        <a:bodyPr/>
        <a:lstStyle/>
        <a:p>
          <a:endParaRPr lang="en-US"/>
        </a:p>
      </dgm:t>
    </dgm:pt>
    <dgm:pt modelId="{55EFFF30-23EC-4E31-94B1-6DF722EAA5E1}">
      <dgm:prSet phldrT="[Text]" phldr="0"/>
      <dgm:spPr/>
      <dgm:t>
        <a:bodyPr/>
        <a:lstStyle/>
        <a:p>
          <a:r>
            <a:rPr lang="en-US" dirty="0" err="1"/>
            <a:t>khoiApp</a:t>
          </a:r>
          <a:endParaRPr lang="en-US" dirty="0"/>
        </a:p>
      </dgm:t>
    </dgm:pt>
    <dgm:pt modelId="{2C01BBC4-92A4-425A-9423-58C753265704}" type="parTrans" cxnId="{C9477095-AD95-43CB-8CB2-AB8DEF487980}">
      <dgm:prSet/>
      <dgm:spPr/>
      <dgm:t>
        <a:bodyPr/>
        <a:lstStyle/>
        <a:p>
          <a:endParaRPr lang="en-US"/>
        </a:p>
      </dgm:t>
    </dgm:pt>
    <dgm:pt modelId="{47D861BC-CF23-4CCF-A607-4AE7C3F3D494}" type="sibTrans" cxnId="{C9477095-AD95-43CB-8CB2-AB8DEF487980}">
      <dgm:prSet/>
      <dgm:spPr/>
      <dgm:t>
        <a:bodyPr/>
        <a:lstStyle/>
        <a:p>
          <a:endParaRPr lang="en-US"/>
        </a:p>
      </dgm:t>
    </dgm:pt>
    <dgm:pt modelId="{5FEAF004-992F-4D7D-A579-5DCC2A8B0DBE}">
      <dgm:prSet phldrT="[Text]" phldr="1"/>
      <dgm:spPr/>
      <dgm:t>
        <a:bodyPr/>
        <a:lstStyle/>
        <a:p>
          <a:endParaRPr lang="en-US"/>
        </a:p>
      </dgm:t>
    </dgm:pt>
    <dgm:pt modelId="{725BEB8D-CB08-4AF4-9C7A-3585F3808C97}" type="parTrans" cxnId="{AF795218-A85B-44D7-AE29-761532C8BBBB}">
      <dgm:prSet/>
      <dgm:spPr/>
      <dgm:t>
        <a:bodyPr/>
        <a:lstStyle/>
        <a:p>
          <a:endParaRPr lang="en-US"/>
        </a:p>
      </dgm:t>
    </dgm:pt>
    <dgm:pt modelId="{B751DE46-6EBC-47C6-A39C-A730A4A3EF70}" type="sibTrans" cxnId="{AF795218-A85B-44D7-AE29-761532C8BBBB}">
      <dgm:prSet/>
      <dgm:spPr/>
      <dgm:t>
        <a:bodyPr/>
        <a:lstStyle/>
        <a:p>
          <a:endParaRPr lang="en-US"/>
        </a:p>
      </dgm:t>
    </dgm:pt>
    <dgm:pt modelId="{636116F6-9FB6-42E5-868F-F7E3AE3F15C1}">
      <dgm:prSet phldrT="[Text]" phldr="0"/>
      <dgm:spPr/>
      <dgm:t>
        <a:bodyPr/>
        <a:lstStyle/>
        <a:p>
          <a:r>
            <a:rPr lang="en-US" dirty="0" err="1"/>
            <a:t>khoiBlink</a:t>
          </a:r>
          <a:endParaRPr lang="en-US" dirty="0"/>
        </a:p>
      </dgm:t>
    </dgm:pt>
    <dgm:pt modelId="{DBC02492-D0AD-46E3-A8E2-694CD75C6BC5}" type="parTrans" cxnId="{AF19D104-25D2-46A7-9769-E72E34C915B9}">
      <dgm:prSet/>
      <dgm:spPr/>
      <dgm:t>
        <a:bodyPr/>
        <a:lstStyle/>
        <a:p>
          <a:endParaRPr lang="en-US"/>
        </a:p>
      </dgm:t>
    </dgm:pt>
    <dgm:pt modelId="{208D5ADE-76E2-4CED-8611-3F2869491ED5}" type="sibTrans" cxnId="{AF19D104-25D2-46A7-9769-E72E34C915B9}">
      <dgm:prSet/>
      <dgm:spPr/>
      <dgm:t>
        <a:bodyPr/>
        <a:lstStyle/>
        <a:p>
          <a:endParaRPr lang="en-US"/>
        </a:p>
      </dgm:t>
    </dgm:pt>
    <dgm:pt modelId="{784DC5B0-3759-404B-9B78-1FFB4799B45F}">
      <dgm:prSet phldrT="[Text]" phldr="1"/>
      <dgm:spPr/>
      <dgm:t>
        <a:bodyPr/>
        <a:lstStyle/>
        <a:p>
          <a:endParaRPr lang="en-US"/>
        </a:p>
      </dgm:t>
    </dgm:pt>
    <dgm:pt modelId="{913FB855-D561-4C4A-AF5E-FC48EA3BE5E2}" type="parTrans" cxnId="{A4333AFF-B15B-4162-BFAF-E5CD22FE3E3D}">
      <dgm:prSet/>
      <dgm:spPr/>
      <dgm:t>
        <a:bodyPr/>
        <a:lstStyle/>
        <a:p>
          <a:endParaRPr lang="en-US"/>
        </a:p>
      </dgm:t>
    </dgm:pt>
    <dgm:pt modelId="{0E3580E4-4906-40C2-83B3-7070C4811158}" type="sibTrans" cxnId="{A4333AFF-B15B-4162-BFAF-E5CD22FE3E3D}">
      <dgm:prSet/>
      <dgm:spPr/>
      <dgm:t>
        <a:bodyPr/>
        <a:lstStyle/>
        <a:p>
          <a:endParaRPr lang="en-US"/>
        </a:p>
      </dgm:t>
    </dgm:pt>
    <dgm:pt modelId="{0F6D2713-D890-4AFE-9ED0-A64FF5EBCB60}" type="pres">
      <dgm:prSet presAssocID="{9F60DFD6-C2CF-43DE-837C-CF7695F1F1F0}" presName="linearFlow" presStyleCnt="0">
        <dgm:presLayoutVars>
          <dgm:dir/>
          <dgm:animLvl val="lvl"/>
          <dgm:resizeHandles val="exact"/>
        </dgm:presLayoutVars>
      </dgm:prSet>
      <dgm:spPr/>
    </dgm:pt>
    <dgm:pt modelId="{AFAD4674-5E35-4F03-B347-7BCD7D6C0F80}" type="pres">
      <dgm:prSet presAssocID="{E7C8F50F-9706-47D5-A7D2-4F6E56966F2C}" presName="composite" presStyleCnt="0"/>
      <dgm:spPr/>
    </dgm:pt>
    <dgm:pt modelId="{32800E8C-A734-478A-A052-799F4DB47FEF}" type="pres">
      <dgm:prSet presAssocID="{E7C8F50F-9706-47D5-A7D2-4F6E56966F2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B1D66D0-79F6-4F95-9839-A6CEEC4EA919}" type="pres">
      <dgm:prSet presAssocID="{E7C8F50F-9706-47D5-A7D2-4F6E56966F2C}" presName="parSh" presStyleLbl="node1" presStyleIdx="0" presStyleCnt="3"/>
      <dgm:spPr/>
    </dgm:pt>
    <dgm:pt modelId="{DBEC8F2A-36F6-4BF0-9EE2-17A135A2AFEB}" type="pres">
      <dgm:prSet presAssocID="{E7C8F50F-9706-47D5-A7D2-4F6E56966F2C}" presName="desTx" presStyleLbl="fgAcc1" presStyleIdx="0" presStyleCnt="3">
        <dgm:presLayoutVars>
          <dgm:bulletEnabled val="1"/>
        </dgm:presLayoutVars>
      </dgm:prSet>
      <dgm:spPr/>
    </dgm:pt>
    <dgm:pt modelId="{468C6A27-19BD-40B9-A5E6-2EDE3F8CF89F}" type="pres">
      <dgm:prSet presAssocID="{F7629E00-3B89-47F3-8816-F314057D52CC}" presName="sibTrans" presStyleLbl="sibTrans2D1" presStyleIdx="0" presStyleCnt="2"/>
      <dgm:spPr/>
    </dgm:pt>
    <dgm:pt modelId="{20F2D69E-2F9B-4D5B-B49B-63CCFDE504CC}" type="pres">
      <dgm:prSet presAssocID="{F7629E00-3B89-47F3-8816-F314057D52CC}" presName="connTx" presStyleLbl="sibTrans2D1" presStyleIdx="0" presStyleCnt="2"/>
      <dgm:spPr/>
    </dgm:pt>
    <dgm:pt modelId="{A711885D-EB66-4A61-A57B-6586BC58E790}" type="pres">
      <dgm:prSet presAssocID="{55EFFF30-23EC-4E31-94B1-6DF722EAA5E1}" presName="composite" presStyleCnt="0"/>
      <dgm:spPr/>
    </dgm:pt>
    <dgm:pt modelId="{C61AB1DB-3146-42A9-A530-9264175B2F2B}" type="pres">
      <dgm:prSet presAssocID="{55EFFF30-23EC-4E31-94B1-6DF722EAA5E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30FC01A-78E6-461D-A4FF-37C1E4D3FA68}" type="pres">
      <dgm:prSet presAssocID="{55EFFF30-23EC-4E31-94B1-6DF722EAA5E1}" presName="parSh" presStyleLbl="node1" presStyleIdx="1" presStyleCnt="3"/>
      <dgm:spPr/>
    </dgm:pt>
    <dgm:pt modelId="{7923CFB2-FBB2-4B97-8F79-FDBE17187528}" type="pres">
      <dgm:prSet presAssocID="{55EFFF30-23EC-4E31-94B1-6DF722EAA5E1}" presName="desTx" presStyleLbl="fgAcc1" presStyleIdx="1" presStyleCnt="3">
        <dgm:presLayoutVars>
          <dgm:bulletEnabled val="1"/>
        </dgm:presLayoutVars>
      </dgm:prSet>
      <dgm:spPr/>
    </dgm:pt>
    <dgm:pt modelId="{5D1E0483-AD46-4491-95A3-92694F2B8552}" type="pres">
      <dgm:prSet presAssocID="{47D861BC-CF23-4CCF-A607-4AE7C3F3D494}" presName="sibTrans" presStyleLbl="sibTrans2D1" presStyleIdx="1" presStyleCnt="2"/>
      <dgm:spPr/>
    </dgm:pt>
    <dgm:pt modelId="{095526B8-8694-4765-844F-9D89053D2A13}" type="pres">
      <dgm:prSet presAssocID="{47D861BC-CF23-4CCF-A607-4AE7C3F3D494}" presName="connTx" presStyleLbl="sibTrans2D1" presStyleIdx="1" presStyleCnt="2"/>
      <dgm:spPr/>
    </dgm:pt>
    <dgm:pt modelId="{CB28184A-6620-43C0-BAEE-6582D9847F9C}" type="pres">
      <dgm:prSet presAssocID="{636116F6-9FB6-42E5-868F-F7E3AE3F15C1}" presName="composite" presStyleCnt="0"/>
      <dgm:spPr/>
    </dgm:pt>
    <dgm:pt modelId="{19AD1C11-4904-4F1A-A186-9EEB3F078B6D}" type="pres">
      <dgm:prSet presAssocID="{636116F6-9FB6-42E5-868F-F7E3AE3F15C1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E2BDF97-5A35-4D5C-BA8D-64F121BE14C7}" type="pres">
      <dgm:prSet presAssocID="{636116F6-9FB6-42E5-868F-F7E3AE3F15C1}" presName="parSh" presStyleLbl="node1" presStyleIdx="2" presStyleCnt="3"/>
      <dgm:spPr/>
    </dgm:pt>
    <dgm:pt modelId="{82416ED1-5CCB-4336-A507-4CFA3E8C7A0E}" type="pres">
      <dgm:prSet presAssocID="{636116F6-9FB6-42E5-868F-F7E3AE3F15C1}" presName="desTx" presStyleLbl="fgAcc1" presStyleIdx="2" presStyleCnt="3">
        <dgm:presLayoutVars>
          <dgm:bulletEnabled val="1"/>
        </dgm:presLayoutVars>
      </dgm:prSet>
      <dgm:spPr/>
    </dgm:pt>
  </dgm:ptLst>
  <dgm:cxnLst>
    <dgm:cxn modelId="{AF19D104-25D2-46A7-9769-E72E34C915B9}" srcId="{9F60DFD6-C2CF-43DE-837C-CF7695F1F1F0}" destId="{636116F6-9FB6-42E5-868F-F7E3AE3F15C1}" srcOrd="2" destOrd="0" parTransId="{DBC02492-D0AD-46E3-A8E2-694CD75C6BC5}" sibTransId="{208D5ADE-76E2-4CED-8611-3F2869491ED5}"/>
    <dgm:cxn modelId="{3A025F0D-86F4-4B1E-95FD-7FF25C083DB4}" type="presOf" srcId="{9F60DFD6-C2CF-43DE-837C-CF7695F1F1F0}" destId="{0F6D2713-D890-4AFE-9ED0-A64FF5EBCB60}" srcOrd="0" destOrd="0" presId="urn:microsoft.com/office/officeart/2005/8/layout/process3"/>
    <dgm:cxn modelId="{AF795218-A85B-44D7-AE29-761532C8BBBB}" srcId="{55EFFF30-23EC-4E31-94B1-6DF722EAA5E1}" destId="{5FEAF004-992F-4D7D-A579-5DCC2A8B0DBE}" srcOrd="0" destOrd="0" parTransId="{725BEB8D-CB08-4AF4-9C7A-3585F3808C97}" sibTransId="{B751DE46-6EBC-47C6-A39C-A730A4A3EF70}"/>
    <dgm:cxn modelId="{ABBD5C19-BEFF-4320-8492-E74AC8295546}" type="presOf" srcId="{47D861BC-CF23-4CCF-A607-4AE7C3F3D494}" destId="{5D1E0483-AD46-4491-95A3-92694F2B8552}" srcOrd="0" destOrd="0" presId="urn:microsoft.com/office/officeart/2005/8/layout/process3"/>
    <dgm:cxn modelId="{E9BD441B-A884-4FD2-A86A-6C07099F2877}" type="presOf" srcId="{636116F6-9FB6-42E5-868F-F7E3AE3F15C1}" destId="{8E2BDF97-5A35-4D5C-BA8D-64F121BE14C7}" srcOrd="1" destOrd="0" presId="urn:microsoft.com/office/officeart/2005/8/layout/process3"/>
    <dgm:cxn modelId="{2671E524-582F-417D-A9E9-B0B51230C8A5}" type="presOf" srcId="{F7629E00-3B89-47F3-8816-F314057D52CC}" destId="{20F2D69E-2F9B-4D5B-B49B-63CCFDE504CC}" srcOrd="1" destOrd="0" presId="urn:microsoft.com/office/officeart/2005/8/layout/process3"/>
    <dgm:cxn modelId="{09F22F25-ABEC-4EDA-901C-BCAA79ACB30B}" type="presOf" srcId="{784DC5B0-3759-404B-9B78-1FFB4799B45F}" destId="{82416ED1-5CCB-4336-A507-4CFA3E8C7A0E}" srcOrd="0" destOrd="0" presId="urn:microsoft.com/office/officeart/2005/8/layout/process3"/>
    <dgm:cxn modelId="{37A1B370-6590-41FA-81E3-C15F0AFC90D5}" type="presOf" srcId="{55EFFF30-23EC-4E31-94B1-6DF722EAA5E1}" destId="{C61AB1DB-3146-42A9-A530-9264175B2F2B}" srcOrd="0" destOrd="0" presId="urn:microsoft.com/office/officeart/2005/8/layout/process3"/>
    <dgm:cxn modelId="{C3AFE45A-94DE-4983-BD49-105E8C711126}" type="presOf" srcId="{E7C8F50F-9706-47D5-A7D2-4F6E56966F2C}" destId="{32800E8C-A734-478A-A052-799F4DB47FEF}" srcOrd="0" destOrd="0" presId="urn:microsoft.com/office/officeart/2005/8/layout/process3"/>
    <dgm:cxn modelId="{18A3A388-24B2-494B-B5ED-1AA8BE10C20D}" type="presOf" srcId="{47D861BC-CF23-4CCF-A607-4AE7C3F3D494}" destId="{095526B8-8694-4765-844F-9D89053D2A13}" srcOrd="1" destOrd="0" presId="urn:microsoft.com/office/officeart/2005/8/layout/process3"/>
    <dgm:cxn modelId="{3476258D-B058-47D6-B653-CD7FB4859D25}" type="presOf" srcId="{55EFFF30-23EC-4E31-94B1-6DF722EAA5E1}" destId="{A30FC01A-78E6-461D-A4FF-37C1E4D3FA68}" srcOrd="1" destOrd="0" presId="urn:microsoft.com/office/officeart/2005/8/layout/process3"/>
    <dgm:cxn modelId="{10D3778F-BB0C-4837-A530-77F643BB8168}" type="presOf" srcId="{E7C8F50F-9706-47D5-A7D2-4F6E56966F2C}" destId="{1B1D66D0-79F6-4F95-9839-A6CEEC4EA919}" srcOrd="1" destOrd="0" presId="urn:microsoft.com/office/officeart/2005/8/layout/process3"/>
    <dgm:cxn modelId="{C9477095-AD95-43CB-8CB2-AB8DEF487980}" srcId="{9F60DFD6-C2CF-43DE-837C-CF7695F1F1F0}" destId="{55EFFF30-23EC-4E31-94B1-6DF722EAA5E1}" srcOrd="1" destOrd="0" parTransId="{2C01BBC4-92A4-425A-9423-58C753265704}" sibTransId="{47D861BC-CF23-4CCF-A607-4AE7C3F3D494}"/>
    <dgm:cxn modelId="{63BF24A9-F659-4A6C-BF12-281BF3412781}" type="presOf" srcId="{636116F6-9FB6-42E5-868F-F7E3AE3F15C1}" destId="{19AD1C11-4904-4F1A-A186-9EEB3F078B6D}" srcOrd="0" destOrd="0" presId="urn:microsoft.com/office/officeart/2005/8/layout/process3"/>
    <dgm:cxn modelId="{3D8247BB-6B01-4906-A56E-AC504E14BFE2}" type="presOf" srcId="{F7629E00-3B89-47F3-8816-F314057D52CC}" destId="{468C6A27-19BD-40B9-A5E6-2EDE3F8CF89F}" srcOrd="0" destOrd="0" presId="urn:microsoft.com/office/officeart/2005/8/layout/process3"/>
    <dgm:cxn modelId="{3551B8C3-075F-4157-837E-BB7415FFF7DC}" srcId="{E7C8F50F-9706-47D5-A7D2-4F6E56966F2C}" destId="{89EC339A-1E59-406C-9C84-4C6802C88076}" srcOrd="0" destOrd="0" parTransId="{B6C885EC-8249-4D4A-8486-B70C7AB73D64}" sibTransId="{616F8BA5-0D72-4110-82AA-68CD49CB824B}"/>
    <dgm:cxn modelId="{09B2EBC7-DF1E-449B-A1E0-1CA8DA3D5F46}" type="presOf" srcId="{89EC339A-1E59-406C-9C84-4C6802C88076}" destId="{DBEC8F2A-36F6-4BF0-9EE2-17A135A2AFEB}" srcOrd="0" destOrd="0" presId="urn:microsoft.com/office/officeart/2005/8/layout/process3"/>
    <dgm:cxn modelId="{DF1A47F8-04BC-42FF-866B-13551EEAA333}" srcId="{9F60DFD6-C2CF-43DE-837C-CF7695F1F1F0}" destId="{E7C8F50F-9706-47D5-A7D2-4F6E56966F2C}" srcOrd="0" destOrd="0" parTransId="{0527D6C3-8CBD-49DC-B21F-DBFD4D05F05A}" sibTransId="{F7629E00-3B89-47F3-8816-F314057D52CC}"/>
    <dgm:cxn modelId="{E65246FE-5EDF-445E-BF04-CE1304707575}" type="presOf" srcId="{5FEAF004-992F-4D7D-A579-5DCC2A8B0DBE}" destId="{7923CFB2-FBB2-4B97-8F79-FDBE17187528}" srcOrd="0" destOrd="0" presId="urn:microsoft.com/office/officeart/2005/8/layout/process3"/>
    <dgm:cxn modelId="{A4333AFF-B15B-4162-BFAF-E5CD22FE3E3D}" srcId="{636116F6-9FB6-42E5-868F-F7E3AE3F15C1}" destId="{784DC5B0-3759-404B-9B78-1FFB4799B45F}" srcOrd="0" destOrd="0" parTransId="{913FB855-D561-4C4A-AF5E-FC48EA3BE5E2}" sibTransId="{0E3580E4-4906-40C2-83B3-7070C4811158}"/>
    <dgm:cxn modelId="{69671360-3B53-4C07-86C1-7C3DA206A6FB}" type="presParOf" srcId="{0F6D2713-D890-4AFE-9ED0-A64FF5EBCB60}" destId="{AFAD4674-5E35-4F03-B347-7BCD7D6C0F80}" srcOrd="0" destOrd="0" presId="urn:microsoft.com/office/officeart/2005/8/layout/process3"/>
    <dgm:cxn modelId="{BC604E32-1193-414E-B7CF-DE21E5783395}" type="presParOf" srcId="{AFAD4674-5E35-4F03-B347-7BCD7D6C0F80}" destId="{32800E8C-A734-478A-A052-799F4DB47FEF}" srcOrd="0" destOrd="0" presId="urn:microsoft.com/office/officeart/2005/8/layout/process3"/>
    <dgm:cxn modelId="{E8F59A85-6E1F-44FF-B803-8BA77B3B3E93}" type="presParOf" srcId="{AFAD4674-5E35-4F03-B347-7BCD7D6C0F80}" destId="{1B1D66D0-79F6-4F95-9839-A6CEEC4EA919}" srcOrd="1" destOrd="0" presId="urn:microsoft.com/office/officeart/2005/8/layout/process3"/>
    <dgm:cxn modelId="{6B213F54-F1F5-4D5E-8259-AD7EC427DDF4}" type="presParOf" srcId="{AFAD4674-5E35-4F03-B347-7BCD7D6C0F80}" destId="{DBEC8F2A-36F6-4BF0-9EE2-17A135A2AFEB}" srcOrd="2" destOrd="0" presId="urn:microsoft.com/office/officeart/2005/8/layout/process3"/>
    <dgm:cxn modelId="{B4717DA6-218C-4BC2-812E-FCD0938C1BFF}" type="presParOf" srcId="{0F6D2713-D890-4AFE-9ED0-A64FF5EBCB60}" destId="{468C6A27-19BD-40B9-A5E6-2EDE3F8CF89F}" srcOrd="1" destOrd="0" presId="urn:microsoft.com/office/officeart/2005/8/layout/process3"/>
    <dgm:cxn modelId="{82323A3F-B896-466C-9379-907EF981F4B8}" type="presParOf" srcId="{468C6A27-19BD-40B9-A5E6-2EDE3F8CF89F}" destId="{20F2D69E-2F9B-4D5B-B49B-63CCFDE504CC}" srcOrd="0" destOrd="0" presId="urn:microsoft.com/office/officeart/2005/8/layout/process3"/>
    <dgm:cxn modelId="{EE73DCA0-EDB6-4F60-9FDA-33BE86A2BC54}" type="presParOf" srcId="{0F6D2713-D890-4AFE-9ED0-A64FF5EBCB60}" destId="{A711885D-EB66-4A61-A57B-6586BC58E790}" srcOrd="2" destOrd="0" presId="urn:microsoft.com/office/officeart/2005/8/layout/process3"/>
    <dgm:cxn modelId="{39575F6E-5A72-41B3-9522-136434DCAE33}" type="presParOf" srcId="{A711885D-EB66-4A61-A57B-6586BC58E790}" destId="{C61AB1DB-3146-42A9-A530-9264175B2F2B}" srcOrd="0" destOrd="0" presId="urn:microsoft.com/office/officeart/2005/8/layout/process3"/>
    <dgm:cxn modelId="{3BA70FA3-F423-42A6-B214-142DF9939672}" type="presParOf" srcId="{A711885D-EB66-4A61-A57B-6586BC58E790}" destId="{A30FC01A-78E6-461D-A4FF-37C1E4D3FA68}" srcOrd="1" destOrd="0" presId="urn:microsoft.com/office/officeart/2005/8/layout/process3"/>
    <dgm:cxn modelId="{2F908379-2D8C-4B7C-AFAE-F252E7AAFAFC}" type="presParOf" srcId="{A711885D-EB66-4A61-A57B-6586BC58E790}" destId="{7923CFB2-FBB2-4B97-8F79-FDBE17187528}" srcOrd="2" destOrd="0" presId="urn:microsoft.com/office/officeart/2005/8/layout/process3"/>
    <dgm:cxn modelId="{0BD0233F-0EE7-4829-A238-E4EF32CE8C2F}" type="presParOf" srcId="{0F6D2713-D890-4AFE-9ED0-A64FF5EBCB60}" destId="{5D1E0483-AD46-4491-95A3-92694F2B8552}" srcOrd="3" destOrd="0" presId="urn:microsoft.com/office/officeart/2005/8/layout/process3"/>
    <dgm:cxn modelId="{C215DEDE-52C1-4F7C-85F6-340C732A68A9}" type="presParOf" srcId="{5D1E0483-AD46-4491-95A3-92694F2B8552}" destId="{095526B8-8694-4765-844F-9D89053D2A13}" srcOrd="0" destOrd="0" presId="urn:microsoft.com/office/officeart/2005/8/layout/process3"/>
    <dgm:cxn modelId="{5269AD0E-8051-45BD-AF7B-A1F0525AEA12}" type="presParOf" srcId="{0F6D2713-D890-4AFE-9ED0-A64FF5EBCB60}" destId="{CB28184A-6620-43C0-BAEE-6582D9847F9C}" srcOrd="4" destOrd="0" presId="urn:microsoft.com/office/officeart/2005/8/layout/process3"/>
    <dgm:cxn modelId="{B37C2207-70B5-48F8-B643-1EBDD0061828}" type="presParOf" srcId="{CB28184A-6620-43C0-BAEE-6582D9847F9C}" destId="{19AD1C11-4904-4F1A-A186-9EEB3F078B6D}" srcOrd="0" destOrd="0" presId="urn:microsoft.com/office/officeart/2005/8/layout/process3"/>
    <dgm:cxn modelId="{4E760D56-585A-4473-9C6B-E9A5701907A4}" type="presParOf" srcId="{CB28184A-6620-43C0-BAEE-6582D9847F9C}" destId="{8E2BDF97-5A35-4D5C-BA8D-64F121BE14C7}" srcOrd="1" destOrd="0" presId="urn:microsoft.com/office/officeart/2005/8/layout/process3"/>
    <dgm:cxn modelId="{7DBEB3D6-D7AF-420E-BF86-799A510F9959}" type="presParOf" srcId="{CB28184A-6620-43C0-BAEE-6582D9847F9C}" destId="{82416ED1-5CCB-4336-A507-4CFA3E8C7A0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60DFD6-C2CF-43DE-837C-CF7695F1F1F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C8F50F-9706-47D5-A7D2-4F6E56966F2C}">
      <dgm:prSet phldrT="[Text]" phldr="0"/>
      <dgm:spPr/>
      <dgm:t>
        <a:bodyPr/>
        <a:lstStyle/>
        <a:p>
          <a:r>
            <a:rPr lang="en-US" dirty="0" err="1"/>
            <a:t>LedGT.ino</a:t>
          </a:r>
          <a:endParaRPr lang="en-US" dirty="0"/>
        </a:p>
      </dgm:t>
    </dgm:pt>
    <dgm:pt modelId="{0527D6C3-8CBD-49DC-B21F-DBFD4D05F05A}" type="parTrans" cxnId="{DF1A47F8-04BC-42FF-866B-13551EEAA333}">
      <dgm:prSet/>
      <dgm:spPr/>
      <dgm:t>
        <a:bodyPr/>
        <a:lstStyle/>
        <a:p>
          <a:endParaRPr lang="en-US"/>
        </a:p>
      </dgm:t>
    </dgm:pt>
    <dgm:pt modelId="{F7629E00-3B89-47F3-8816-F314057D52CC}" type="sibTrans" cxnId="{DF1A47F8-04BC-42FF-866B-13551EEAA333}">
      <dgm:prSet/>
      <dgm:spPr/>
      <dgm:t>
        <a:bodyPr/>
        <a:lstStyle/>
        <a:p>
          <a:endParaRPr lang="en-US"/>
        </a:p>
      </dgm:t>
    </dgm:pt>
    <dgm:pt modelId="{89EC339A-1E59-406C-9C84-4C6802C88076}">
      <dgm:prSet phldrT="[Text]" phldr="1"/>
      <dgm:spPr/>
      <dgm:t>
        <a:bodyPr/>
        <a:lstStyle/>
        <a:p>
          <a:endParaRPr lang="en-US"/>
        </a:p>
      </dgm:t>
    </dgm:pt>
    <dgm:pt modelId="{B6C885EC-8249-4D4A-8486-B70C7AB73D64}" type="parTrans" cxnId="{3551B8C3-075F-4157-837E-BB7415FFF7DC}">
      <dgm:prSet/>
      <dgm:spPr/>
      <dgm:t>
        <a:bodyPr/>
        <a:lstStyle/>
        <a:p>
          <a:endParaRPr lang="en-US"/>
        </a:p>
      </dgm:t>
    </dgm:pt>
    <dgm:pt modelId="{616F8BA5-0D72-4110-82AA-68CD49CB824B}" type="sibTrans" cxnId="{3551B8C3-075F-4157-837E-BB7415FFF7DC}">
      <dgm:prSet/>
      <dgm:spPr/>
      <dgm:t>
        <a:bodyPr/>
        <a:lstStyle/>
        <a:p>
          <a:endParaRPr lang="en-US"/>
        </a:p>
      </dgm:t>
    </dgm:pt>
    <dgm:pt modelId="{55EFFF30-23EC-4E31-94B1-6DF722EAA5E1}">
      <dgm:prSet phldrT="[Text]" phldr="0"/>
      <dgm:spPr/>
      <dgm:t>
        <a:bodyPr/>
        <a:lstStyle/>
        <a:p>
          <a:r>
            <a:rPr lang="en-US" dirty="0" err="1"/>
            <a:t>khoiApp</a:t>
          </a:r>
          <a:endParaRPr lang="en-US" dirty="0"/>
        </a:p>
      </dgm:t>
    </dgm:pt>
    <dgm:pt modelId="{2C01BBC4-92A4-425A-9423-58C753265704}" type="parTrans" cxnId="{C9477095-AD95-43CB-8CB2-AB8DEF487980}">
      <dgm:prSet/>
      <dgm:spPr/>
      <dgm:t>
        <a:bodyPr/>
        <a:lstStyle/>
        <a:p>
          <a:endParaRPr lang="en-US"/>
        </a:p>
      </dgm:t>
    </dgm:pt>
    <dgm:pt modelId="{47D861BC-CF23-4CCF-A607-4AE7C3F3D494}" type="sibTrans" cxnId="{C9477095-AD95-43CB-8CB2-AB8DEF487980}">
      <dgm:prSet/>
      <dgm:spPr/>
      <dgm:t>
        <a:bodyPr/>
        <a:lstStyle/>
        <a:p>
          <a:endParaRPr lang="en-US"/>
        </a:p>
      </dgm:t>
    </dgm:pt>
    <dgm:pt modelId="{5FEAF004-992F-4D7D-A579-5DCC2A8B0DBE}">
      <dgm:prSet phldrT="[Text]" phldr="1"/>
      <dgm:spPr/>
      <dgm:t>
        <a:bodyPr/>
        <a:lstStyle/>
        <a:p>
          <a:endParaRPr lang="en-US"/>
        </a:p>
      </dgm:t>
    </dgm:pt>
    <dgm:pt modelId="{725BEB8D-CB08-4AF4-9C7A-3585F3808C97}" type="parTrans" cxnId="{AF795218-A85B-44D7-AE29-761532C8BBBB}">
      <dgm:prSet/>
      <dgm:spPr/>
      <dgm:t>
        <a:bodyPr/>
        <a:lstStyle/>
        <a:p>
          <a:endParaRPr lang="en-US"/>
        </a:p>
      </dgm:t>
    </dgm:pt>
    <dgm:pt modelId="{B751DE46-6EBC-47C6-A39C-A730A4A3EF70}" type="sibTrans" cxnId="{AF795218-A85B-44D7-AE29-761532C8BBBB}">
      <dgm:prSet/>
      <dgm:spPr/>
      <dgm:t>
        <a:bodyPr/>
        <a:lstStyle/>
        <a:p>
          <a:endParaRPr lang="en-US"/>
        </a:p>
      </dgm:t>
    </dgm:pt>
    <dgm:pt modelId="{636116F6-9FB6-42E5-868F-F7E3AE3F15C1}">
      <dgm:prSet phldrT="[Text]" phldr="0"/>
      <dgm:spPr/>
      <dgm:t>
        <a:bodyPr/>
        <a:lstStyle/>
        <a:p>
          <a:r>
            <a:rPr lang="en-US" dirty="0" err="1"/>
            <a:t>khoiBlink</a:t>
          </a:r>
          <a:endParaRPr lang="en-US" dirty="0"/>
        </a:p>
      </dgm:t>
    </dgm:pt>
    <dgm:pt modelId="{DBC02492-D0AD-46E3-A8E2-694CD75C6BC5}" type="parTrans" cxnId="{AF19D104-25D2-46A7-9769-E72E34C915B9}">
      <dgm:prSet/>
      <dgm:spPr/>
      <dgm:t>
        <a:bodyPr/>
        <a:lstStyle/>
        <a:p>
          <a:endParaRPr lang="en-US"/>
        </a:p>
      </dgm:t>
    </dgm:pt>
    <dgm:pt modelId="{208D5ADE-76E2-4CED-8611-3F2869491ED5}" type="sibTrans" cxnId="{AF19D104-25D2-46A7-9769-E72E34C915B9}">
      <dgm:prSet/>
      <dgm:spPr/>
      <dgm:t>
        <a:bodyPr/>
        <a:lstStyle/>
        <a:p>
          <a:endParaRPr lang="en-US"/>
        </a:p>
      </dgm:t>
    </dgm:pt>
    <dgm:pt modelId="{784DC5B0-3759-404B-9B78-1FFB4799B45F}">
      <dgm:prSet phldrT="[Text]" phldr="1"/>
      <dgm:spPr/>
      <dgm:t>
        <a:bodyPr/>
        <a:lstStyle/>
        <a:p>
          <a:endParaRPr lang="en-US"/>
        </a:p>
      </dgm:t>
    </dgm:pt>
    <dgm:pt modelId="{913FB855-D561-4C4A-AF5E-FC48EA3BE5E2}" type="parTrans" cxnId="{A4333AFF-B15B-4162-BFAF-E5CD22FE3E3D}">
      <dgm:prSet/>
      <dgm:spPr/>
      <dgm:t>
        <a:bodyPr/>
        <a:lstStyle/>
        <a:p>
          <a:endParaRPr lang="en-US"/>
        </a:p>
      </dgm:t>
    </dgm:pt>
    <dgm:pt modelId="{0E3580E4-4906-40C2-83B3-7070C4811158}" type="sibTrans" cxnId="{A4333AFF-B15B-4162-BFAF-E5CD22FE3E3D}">
      <dgm:prSet/>
      <dgm:spPr/>
      <dgm:t>
        <a:bodyPr/>
        <a:lstStyle/>
        <a:p>
          <a:endParaRPr lang="en-US"/>
        </a:p>
      </dgm:t>
    </dgm:pt>
    <dgm:pt modelId="{0F6D2713-D890-4AFE-9ED0-A64FF5EBCB60}" type="pres">
      <dgm:prSet presAssocID="{9F60DFD6-C2CF-43DE-837C-CF7695F1F1F0}" presName="linearFlow" presStyleCnt="0">
        <dgm:presLayoutVars>
          <dgm:dir/>
          <dgm:animLvl val="lvl"/>
          <dgm:resizeHandles val="exact"/>
        </dgm:presLayoutVars>
      </dgm:prSet>
      <dgm:spPr/>
    </dgm:pt>
    <dgm:pt modelId="{AFAD4674-5E35-4F03-B347-7BCD7D6C0F80}" type="pres">
      <dgm:prSet presAssocID="{E7C8F50F-9706-47D5-A7D2-4F6E56966F2C}" presName="composite" presStyleCnt="0"/>
      <dgm:spPr/>
    </dgm:pt>
    <dgm:pt modelId="{32800E8C-A734-478A-A052-799F4DB47FEF}" type="pres">
      <dgm:prSet presAssocID="{E7C8F50F-9706-47D5-A7D2-4F6E56966F2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B1D66D0-79F6-4F95-9839-A6CEEC4EA919}" type="pres">
      <dgm:prSet presAssocID="{E7C8F50F-9706-47D5-A7D2-4F6E56966F2C}" presName="parSh" presStyleLbl="node1" presStyleIdx="0" presStyleCnt="3"/>
      <dgm:spPr/>
    </dgm:pt>
    <dgm:pt modelId="{DBEC8F2A-36F6-4BF0-9EE2-17A135A2AFEB}" type="pres">
      <dgm:prSet presAssocID="{E7C8F50F-9706-47D5-A7D2-4F6E56966F2C}" presName="desTx" presStyleLbl="fgAcc1" presStyleIdx="0" presStyleCnt="3">
        <dgm:presLayoutVars>
          <dgm:bulletEnabled val="1"/>
        </dgm:presLayoutVars>
      </dgm:prSet>
      <dgm:spPr/>
    </dgm:pt>
    <dgm:pt modelId="{468C6A27-19BD-40B9-A5E6-2EDE3F8CF89F}" type="pres">
      <dgm:prSet presAssocID="{F7629E00-3B89-47F3-8816-F314057D52CC}" presName="sibTrans" presStyleLbl="sibTrans2D1" presStyleIdx="0" presStyleCnt="2"/>
      <dgm:spPr/>
    </dgm:pt>
    <dgm:pt modelId="{20F2D69E-2F9B-4D5B-B49B-63CCFDE504CC}" type="pres">
      <dgm:prSet presAssocID="{F7629E00-3B89-47F3-8816-F314057D52CC}" presName="connTx" presStyleLbl="sibTrans2D1" presStyleIdx="0" presStyleCnt="2"/>
      <dgm:spPr/>
    </dgm:pt>
    <dgm:pt modelId="{A711885D-EB66-4A61-A57B-6586BC58E790}" type="pres">
      <dgm:prSet presAssocID="{55EFFF30-23EC-4E31-94B1-6DF722EAA5E1}" presName="composite" presStyleCnt="0"/>
      <dgm:spPr/>
    </dgm:pt>
    <dgm:pt modelId="{C61AB1DB-3146-42A9-A530-9264175B2F2B}" type="pres">
      <dgm:prSet presAssocID="{55EFFF30-23EC-4E31-94B1-6DF722EAA5E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30FC01A-78E6-461D-A4FF-37C1E4D3FA68}" type="pres">
      <dgm:prSet presAssocID="{55EFFF30-23EC-4E31-94B1-6DF722EAA5E1}" presName="parSh" presStyleLbl="node1" presStyleIdx="1" presStyleCnt="3"/>
      <dgm:spPr/>
    </dgm:pt>
    <dgm:pt modelId="{7923CFB2-FBB2-4B97-8F79-FDBE17187528}" type="pres">
      <dgm:prSet presAssocID="{55EFFF30-23EC-4E31-94B1-6DF722EAA5E1}" presName="desTx" presStyleLbl="fgAcc1" presStyleIdx="1" presStyleCnt="3">
        <dgm:presLayoutVars>
          <dgm:bulletEnabled val="1"/>
        </dgm:presLayoutVars>
      </dgm:prSet>
      <dgm:spPr/>
    </dgm:pt>
    <dgm:pt modelId="{5D1E0483-AD46-4491-95A3-92694F2B8552}" type="pres">
      <dgm:prSet presAssocID="{47D861BC-CF23-4CCF-A607-4AE7C3F3D494}" presName="sibTrans" presStyleLbl="sibTrans2D1" presStyleIdx="1" presStyleCnt="2"/>
      <dgm:spPr/>
    </dgm:pt>
    <dgm:pt modelId="{095526B8-8694-4765-844F-9D89053D2A13}" type="pres">
      <dgm:prSet presAssocID="{47D861BC-CF23-4CCF-A607-4AE7C3F3D494}" presName="connTx" presStyleLbl="sibTrans2D1" presStyleIdx="1" presStyleCnt="2"/>
      <dgm:spPr/>
    </dgm:pt>
    <dgm:pt modelId="{CB28184A-6620-43C0-BAEE-6582D9847F9C}" type="pres">
      <dgm:prSet presAssocID="{636116F6-9FB6-42E5-868F-F7E3AE3F15C1}" presName="composite" presStyleCnt="0"/>
      <dgm:spPr/>
    </dgm:pt>
    <dgm:pt modelId="{19AD1C11-4904-4F1A-A186-9EEB3F078B6D}" type="pres">
      <dgm:prSet presAssocID="{636116F6-9FB6-42E5-868F-F7E3AE3F15C1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E2BDF97-5A35-4D5C-BA8D-64F121BE14C7}" type="pres">
      <dgm:prSet presAssocID="{636116F6-9FB6-42E5-868F-F7E3AE3F15C1}" presName="parSh" presStyleLbl="node1" presStyleIdx="2" presStyleCnt="3"/>
      <dgm:spPr/>
    </dgm:pt>
    <dgm:pt modelId="{82416ED1-5CCB-4336-A507-4CFA3E8C7A0E}" type="pres">
      <dgm:prSet presAssocID="{636116F6-9FB6-42E5-868F-F7E3AE3F15C1}" presName="desTx" presStyleLbl="fgAcc1" presStyleIdx="2" presStyleCnt="3">
        <dgm:presLayoutVars>
          <dgm:bulletEnabled val="1"/>
        </dgm:presLayoutVars>
      </dgm:prSet>
      <dgm:spPr/>
    </dgm:pt>
  </dgm:ptLst>
  <dgm:cxnLst>
    <dgm:cxn modelId="{AF19D104-25D2-46A7-9769-E72E34C915B9}" srcId="{9F60DFD6-C2CF-43DE-837C-CF7695F1F1F0}" destId="{636116F6-9FB6-42E5-868F-F7E3AE3F15C1}" srcOrd="2" destOrd="0" parTransId="{DBC02492-D0AD-46E3-A8E2-694CD75C6BC5}" sibTransId="{208D5ADE-76E2-4CED-8611-3F2869491ED5}"/>
    <dgm:cxn modelId="{3A025F0D-86F4-4B1E-95FD-7FF25C083DB4}" type="presOf" srcId="{9F60DFD6-C2CF-43DE-837C-CF7695F1F1F0}" destId="{0F6D2713-D890-4AFE-9ED0-A64FF5EBCB60}" srcOrd="0" destOrd="0" presId="urn:microsoft.com/office/officeart/2005/8/layout/process3"/>
    <dgm:cxn modelId="{AF795218-A85B-44D7-AE29-761532C8BBBB}" srcId="{55EFFF30-23EC-4E31-94B1-6DF722EAA5E1}" destId="{5FEAF004-992F-4D7D-A579-5DCC2A8B0DBE}" srcOrd="0" destOrd="0" parTransId="{725BEB8D-CB08-4AF4-9C7A-3585F3808C97}" sibTransId="{B751DE46-6EBC-47C6-A39C-A730A4A3EF70}"/>
    <dgm:cxn modelId="{ABBD5C19-BEFF-4320-8492-E74AC8295546}" type="presOf" srcId="{47D861BC-CF23-4CCF-A607-4AE7C3F3D494}" destId="{5D1E0483-AD46-4491-95A3-92694F2B8552}" srcOrd="0" destOrd="0" presId="urn:microsoft.com/office/officeart/2005/8/layout/process3"/>
    <dgm:cxn modelId="{E9BD441B-A884-4FD2-A86A-6C07099F2877}" type="presOf" srcId="{636116F6-9FB6-42E5-868F-F7E3AE3F15C1}" destId="{8E2BDF97-5A35-4D5C-BA8D-64F121BE14C7}" srcOrd="1" destOrd="0" presId="urn:microsoft.com/office/officeart/2005/8/layout/process3"/>
    <dgm:cxn modelId="{2671E524-582F-417D-A9E9-B0B51230C8A5}" type="presOf" srcId="{F7629E00-3B89-47F3-8816-F314057D52CC}" destId="{20F2D69E-2F9B-4D5B-B49B-63CCFDE504CC}" srcOrd="1" destOrd="0" presId="urn:microsoft.com/office/officeart/2005/8/layout/process3"/>
    <dgm:cxn modelId="{09F22F25-ABEC-4EDA-901C-BCAA79ACB30B}" type="presOf" srcId="{784DC5B0-3759-404B-9B78-1FFB4799B45F}" destId="{82416ED1-5CCB-4336-A507-4CFA3E8C7A0E}" srcOrd="0" destOrd="0" presId="urn:microsoft.com/office/officeart/2005/8/layout/process3"/>
    <dgm:cxn modelId="{37A1B370-6590-41FA-81E3-C15F0AFC90D5}" type="presOf" srcId="{55EFFF30-23EC-4E31-94B1-6DF722EAA5E1}" destId="{C61AB1DB-3146-42A9-A530-9264175B2F2B}" srcOrd="0" destOrd="0" presId="urn:microsoft.com/office/officeart/2005/8/layout/process3"/>
    <dgm:cxn modelId="{C3AFE45A-94DE-4983-BD49-105E8C711126}" type="presOf" srcId="{E7C8F50F-9706-47D5-A7D2-4F6E56966F2C}" destId="{32800E8C-A734-478A-A052-799F4DB47FEF}" srcOrd="0" destOrd="0" presId="urn:microsoft.com/office/officeart/2005/8/layout/process3"/>
    <dgm:cxn modelId="{18A3A388-24B2-494B-B5ED-1AA8BE10C20D}" type="presOf" srcId="{47D861BC-CF23-4CCF-A607-4AE7C3F3D494}" destId="{095526B8-8694-4765-844F-9D89053D2A13}" srcOrd="1" destOrd="0" presId="urn:microsoft.com/office/officeart/2005/8/layout/process3"/>
    <dgm:cxn modelId="{3476258D-B058-47D6-B653-CD7FB4859D25}" type="presOf" srcId="{55EFFF30-23EC-4E31-94B1-6DF722EAA5E1}" destId="{A30FC01A-78E6-461D-A4FF-37C1E4D3FA68}" srcOrd="1" destOrd="0" presId="urn:microsoft.com/office/officeart/2005/8/layout/process3"/>
    <dgm:cxn modelId="{10D3778F-BB0C-4837-A530-77F643BB8168}" type="presOf" srcId="{E7C8F50F-9706-47D5-A7D2-4F6E56966F2C}" destId="{1B1D66D0-79F6-4F95-9839-A6CEEC4EA919}" srcOrd="1" destOrd="0" presId="urn:microsoft.com/office/officeart/2005/8/layout/process3"/>
    <dgm:cxn modelId="{C9477095-AD95-43CB-8CB2-AB8DEF487980}" srcId="{9F60DFD6-C2CF-43DE-837C-CF7695F1F1F0}" destId="{55EFFF30-23EC-4E31-94B1-6DF722EAA5E1}" srcOrd="1" destOrd="0" parTransId="{2C01BBC4-92A4-425A-9423-58C753265704}" sibTransId="{47D861BC-CF23-4CCF-A607-4AE7C3F3D494}"/>
    <dgm:cxn modelId="{63BF24A9-F659-4A6C-BF12-281BF3412781}" type="presOf" srcId="{636116F6-9FB6-42E5-868F-F7E3AE3F15C1}" destId="{19AD1C11-4904-4F1A-A186-9EEB3F078B6D}" srcOrd="0" destOrd="0" presId="urn:microsoft.com/office/officeart/2005/8/layout/process3"/>
    <dgm:cxn modelId="{3D8247BB-6B01-4906-A56E-AC504E14BFE2}" type="presOf" srcId="{F7629E00-3B89-47F3-8816-F314057D52CC}" destId="{468C6A27-19BD-40B9-A5E6-2EDE3F8CF89F}" srcOrd="0" destOrd="0" presId="urn:microsoft.com/office/officeart/2005/8/layout/process3"/>
    <dgm:cxn modelId="{3551B8C3-075F-4157-837E-BB7415FFF7DC}" srcId="{E7C8F50F-9706-47D5-A7D2-4F6E56966F2C}" destId="{89EC339A-1E59-406C-9C84-4C6802C88076}" srcOrd="0" destOrd="0" parTransId="{B6C885EC-8249-4D4A-8486-B70C7AB73D64}" sibTransId="{616F8BA5-0D72-4110-82AA-68CD49CB824B}"/>
    <dgm:cxn modelId="{09B2EBC7-DF1E-449B-A1E0-1CA8DA3D5F46}" type="presOf" srcId="{89EC339A-1E59-406C-9C84-4C6802C88076}" destId="{DBEC8F2A-36F6-4BF0-9EE2-17A135A2AFEB}" srcOrd="0" destOrd="0" presId="urn:microsoft.com/office/officeart/2005/8/layout/process3"/>
    <dgm:cxn modelId="{DF1A47F8-04BC-42FF-866B-13551EEAA333}" srcId="{9F60DFD6-C2CF-43DE-837C-CF7695F1F1F0}" destId="{E7C8F50F-9706-47D5-A7D2-4F6E56966F2C}" srcOrd="0" destOrd="0" parTransId="{0527D6C3-8CBD-49DC-B21F-DBFD4D05F05A}" sibTransId="{F7629E00-3B89-47F3-8816-F314057D52CC}"/>
    <dgm:cxn modelId="{E65246FE-5EDF-445E-BF04-CE1304707575}" type="presOf" srcId="{5FEAF004-992F-4D7D-A579-5DCC2A8B0DBE}" destId="{7923CFB2-FBB2-4B97-8F79-FDBE17187528}" srcOrd="0" destOrd="0" presId="urn:microsoft.com/office/officeart/2005/8/layout/process3"/>
    <dgm:cxn modelId="{A4333AFF-B15B-4162-BFAF-E5CD22FE3E3D}" srcId="{636116F6-9FB6-42E5-868F-F7E3AE3F15C1}" destId="{784DC5B0-3759-404B-9B78-1FFB4799B45F}" srcOrd="0" destOrd="0" parTransId="{913FB855-D561-4C4A-AF5E-FC48EA3BE5E2}" sibTransId="{0E3580E4-4906-40C2-83B3-7070C4811158}"/>
    <dgm:cxn modelId="{69671360-3B53-4C07-86C1-7C3DA206A6FB}" type="presParOf" srcId="{0F6D2713-D890-4AFE-9ED0-A64FF5EBCB60}" destId="{AFAD4674-5E35-4F03-B347-7BCD7D6C0F80}" srcOrd="0" destOrd="0" presId="urn:microsoft.com/office/officeart/2005/8/layout/process3"/>
    <dgm:cxn modelId="{BC604E32-1193-414E-B7CF-DE21E5783395}" type="presParOf" srcId="{AFAD4674-5E35-4F03-B347-7BCD7D6C0F80}" destId="{32800E8C-A734-478A-A052-799F4DB47FEF}" srcOrd="0" destOrd="0" presId="urn:microsoft.com/office/officeart/2005/8/layout/process3"/>
    <dgm:cxn modelId="{E8F59A85-6E1F-44FF-B803-8BA77B3B3E93}" type="presParOf" srcId="{AFAD4674-5E35-4F03-B347-7BCD7D6C0F80}" destId="{1B1D66D0-79F6-4F95-9839-A6CEEC4EA919}" srcOrd="1" destOrd="0" presId="urn:microsoft.com/office/officeart/2005/8/layout/process3"/>
    <dgm:cxn modelId="{6B213F54-F1F5-4D5E-8259-AD7EC427DDF4}" type="presParOf" srcId="{AFAD4674-5E35-4F03-B347-7BCD7D6C0F80}" destId="{DBEC8F2A-36F6-4BF0-9EE2-17A135A2AFEB}" srcOrd="2" destOrd="0" presId="urn:microsoft.com/office/officeart/2005/8/layout/process3"/>
    <dgm:cxn modelId="{B4717DA6-218C-4BC2-812E-FCD0938C1BFF}" type="presParOf" srcId="{0F6D2713-D890-4AFE-9ED0-A64FF5EBCB60}" destId="{468C6A27-19BD-40B9-A5E6-2EDE3F8CF89F}" srcOrd="1" destOrd="0" presId="urn:microsoft.com/office/officeart/2005/8/layout/process3"/>
    <dgm:cxn modelId="{82323A3F-B896-466C-9379-907EF981F4B8}" type="presParOf" srcId="{468C6A27-19BD-40B9-A5E6-2EDE3F8CF89F}" destId="{20F2D69E-2F9B-4D5B-B49B-63CCFDE504CC}" srcOrd="0" destOrd="0" presId="urn:microsoft.com/office/officeart/2005/8/layout/process3"/>
    <dgm:cxn modelId="{EE73DCA0-EDB6-4F60-9FDA-33BE86A2BC54}" type="presParOf" srcId="{0F6D2713-D890-4AFE-9ED0-A64FF5EBCB60}" destId="{A711885D-EB66-4A61-A57B-6586BC58E790}" srcOrd="2" destOrd="0" presId="urn:microsoft.com/office/officeart/2005/8/layout/process3"/>
    <dgm:cxn modelId="{39575F6E-5A72-41B3-9522-136434DCAE33}" type="presParOf" srcId="{A711885D-EB66-4A61-A57B-6586BC58E790}" destId="{C61AB1DB-3146-42A9-A530-9264175B2F2B}" srcOrd="0" destOrd="0" presId="urn:microsoft.com/office/officeart/2005/8/layout/process3"/>
    <dgm:cxn modelId="{3BA70FA3-F423-42A6-B214-142DF9939672}" type="presParOf" srcId="{A711885D-EB66-4A61-A57B-6586BC58E790}" destId="{A30FC01A-78E6-461D-A4FF-37C1E4D3FA68}" srcOrd="1" destOrd="0" presId="urn:microsoft.com/office/officeart/2005/8/layout/process3"/>
    <dgm:cxn modelId="{2F908379-2D8C-4B7C-AFAE-F252E7AAFAFC}" type="presParOf" srcId="{A711885D-EB66-4A61-A57B-6586BC58E790}" destId="{7923CFB2-FBB2-4B97-8F79-FDBE17187528}" srcOrd="2" destOrd="0" presId="urn:microsoft.com/office/officeart/2005/8/layout/process3"/>
    <dgm:cxn modelId="{0BD0233F-0EE7-4829-A238-E4EF32CE8C2F}" type="presParOf" srcId="{0F6D2713-D890-4AFE-9ED0-A64FF5EBCB60}" destId="{5D1E0483-AD46-4491-95A3-92694F2B8552}" srcOrd="3" destOrd="0" presId="urn:microsoft.com/office/officeart/2005/8/layout/process3"/>
    <dgm:cxn modelId="{C215DEDE-52C1-4F7C-85F6-340C732A68A9}" type="presParOf" srcId="{5D1E0483-AD46-4491-95A3-92694F2B8552}" destId="{095526B8-8694-4765-844F-9D89053D2A13}" srcOrd="0" destOrd="0" presId="urn:microsoft.com/office/officeart/2005/8/layout/process3"/>
    <dgm:cxn modelId="{5269AD0E-8051-45BD-AF7B-A1F0525AEA12}" type="presParOf" srcId="{0F6D2713-D890-4AFE-9ED0-A64FF5EBCB60}" destId="{CB28184A-6620-43C0-BAEE-6582D9847F9C}" srcOrd="4" destOrd="0" presId="urn:microsoft.com/office/officeart/2005/8/layout/process3"/>
    <dgm:cxn modelId="{B37C2207-70B5-48F8-B643-1EBDD0061828}" type="presParOf" srcId="{CB28184A-6620-43C0-BAEE-6582D9847F9C}" destId="{19AD1C11-4904-4F1A-A186-9EEB3F078B6D}" srcOrd="0" destOrd="0" presId="urn:microsoft.com/office/officeart/2005/8/layout/process3"/>
    <dgm:cxn modelId="{4E760D56-585A-4473-9C6B-E9A5701907A4}" type="presParOf" srcId="{CB28184A-6620-43C0-BAEE-6582D9847F9C}" destId="{8E2BDF97-5A35-4D5C-BA8D-64F121BE14C7}" srcOrd="1" destOrd="0" presId="urn:microsoft.com/office/officeart/2005/8/layout/process3"/>
    <dgm:cxn modelId="{7DBEB3D6-D7AF-420E-BF86-799A510F9959}" type="presParOf" srcId="{CB28184A-6620-43C0-BAEE-6582D9847F9C}" destId="{82416ED1-5CCB-4336-A507-4CFA3E8C7A0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D66D0-79F6-4F95-9839-A6CEEC4EA919}">
      <dsp:nvSpPr>
        <dsp:cNvPr id="0" name=""/>
        <dsp:cNvSpPr/>
      </dsp:nvSpPr>
      <dsp:spPr>
        <a:xfrm>
          <a:off x="4042" y="1016771"/>
          <a:ext cx="1838086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LedGT.ino</a:t>
          </a:r>
          <a:endParaRPr lang="en-US" sz="1500" kern="1200" dirty="0"/>
        </a:p>
      </dsp:txBody>
      <dsp:txXfrm>
        <a:off x="4042" y="1016771"/>
        <a:ext cx="1838086" cy="432000"/>
      </dsp:txXfrm>
    </dsp:sp>
    <dsp:sp modelId="{DBEC8F2A-36F6-4BF0-9EE2-17A135A2AFEB}">
      <dsp:nvSpPr>
        <dsp:cNvPr id="0" name=""/>
        <dsp:cNvSpPr/>
      </dsp:nvSpPr>
      <dsp:spPr>
        <a:xfrm>
          <a:off x="380518" y="1448771"/>
          <a:ext cx="1838086" cy="2953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Chạy</a:t>
          </a:r>
          <a:r>
            <a:rPr lang="en-US" sz="1500" kern="1200" dirty="0"/>
            <a:t> </a:t>
          </a:r>
          <a:r>
            <a:rPr lang="en-US" sz="1500" kern="1200" dirty="0" err="1"/>
            <a:t>chương</a:t>
          </a:r>
          <a:r>
            <a:rPr lang="en-US" sz="1500" kern="1200" dirty="0"/>
            <a:t> </a:t>
          </a:r>
          <a:r>
            <a:rPr lang="en-US" sz="1500" kern="1200" dirty="0" err="1"/>
            <a:t>trình</a:t>
          </a:r>
          <a:r>
            <a:rPr lang="en-US" sz="1500" kern="1200" dirty="0"/>
            <a:t> </a:t>
          </a:r>
          <a:r>
            <a:rPr lang="en-US" sz="1500" kern="1200" dirty="0" err="1"/>
            <a:t>kxnTaskManager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Case ‘3’: </a:t>
          </a:r>
          <a:r>
            <a:rPr lang="en-US" sz="1500" kern="1200" dirty="0" err="1"/>
            <a:t>Dùng</a:t>
          </a:r>
          <a:r>
            <a:rPr lang="en-US" sz="1500" kern="1200" dirty="0"/>
            <a:t> </a:t>
          </a:r>
          <a:r>
            <a:rPr lang="en-US" sz="1500" kern="1200" dirty="0" err="1"/>
            <a:t>khoiApp</a:t>
          </a:r>
          <a:r>
            <a:rPr lang="en-US" sz="1500" kern="1200" dirty="0"/>
            <a:t> </a:t>
          </a:r>
          <a:r>
            <a:rPr lang="en-US" sz="1500" kern="1200" dirty="0" err="1"/>
            <a:t>kiểm</a:t>
          </a:r>
          <a:r>
            <a:rPr lang="en-US" sz="1500" kern="1200" dirty="0"/>
            <a:t> </a:t>
          </a:r>
          <a:r>
            <a:rPr lang="en-US" sz="1500" kern="1200" dirty="0" err="1"/>
            <a:t>tra</a:t>
          </a:r>
          <a:r>
            <a:rPr lang="en-US" sz="1500" kern="1200" dirty="0"/>
            <a:t> </a:t>
          </a:r>
          <a:r>
            <a:rPr lang="en-US" sz="1500" kern="1200" dirty="0" err="1"/>
            <a:t>trạng</a:t>
          </a:r>
          <a:r>
            <a:rPr lang="en-US" sz="1500" kern="1200" dirty="0"/>
            <a:t> </a:t>
          </a:r>
          <a:r>
            <a:rPr lang="en-US" sz="1500" kern="1200" dirty="0" err="1"/>
            <a:t>thái</a:t>
          </a:r>
          <a:r>
            <a:rPr lang="en-US" sz="1500" kern="1200" dirty="0"/>
            <a:t> </a:t>
          </a:r>
          <a:r>
            <a:rPr lang="en-US" sz="1500" kern="1200" dirty="0" err="1"/>
            <a:t>nhàn</a:t>
          </a:r>
          <a:r>
            <a:rPr lang="en-US" sz="1500" kern="1200" dirty="0"/>
            <a:t> </a:t>
          </a:r>
          <a:r>
            <a:rPr lang="en-US" sz="1500" kern="1200" dirty="0" err="1"/>
            <a:t>rỗi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Yêu</a:t>
          </a:r>
          <a:r>
            <a:rPr lang="en-US" sz="1500" kern="1200" dirty="0"/>
            <a:t> </a:t>
          </a:r>
          <a:r>
            <a:rPr lang="en-US" sz="1500" kern="1200" dirty="0" err="1"/>
            <a:t>cầu</a:t>
          </a:r>
          <a:r>
            <a:rPr lang="en-US" sz="1500" kern="1200" dirty="0"/>
            <a:t> </a:t>
          </a:r>
          <a:r>
            <a:rPr lang="en-US" sz="1500" kern="1200" dirty="0" err="1"/>
            <a:t>khoiApp</a:t>
          </a:r>
          <a:r>
            <a:rPr lang="en-US" sz="1500" kern="1200" dirty="0"/>
            <a:t> </a:t>
          </a:r>
          <a:r>
            <a:rPr lang="en-US" sz="1500" kern="1200" dirty="0" err="1"/>
            <a:t>Chạy</a:t>
          </a:r>
          <a:r>
            <a:rPr lang="en-US" sz="1500" kern="1200" dirty="0"/>
            <a:t> </a:t>
          </a:r>
          <a:r>
            <a:rPr lang="en-US" sz="1500" kern="1200" dirty="0" err="1"/>
            <a:t>chương</a:t>
          </a:r>
          <a:r>
            <a:rPr lang="en-US" sz="1500" kern="1200" dirty="0"/>
            <a:t> </a:t>
          </a:r>
          <a:r>
            <a:rPr lang="en-US" sz="1500" kern="1200" dirty="0" err="1"/>
            <a:t>trình</a:t>
          </a:r>
          <a:r>
            <a:rPr lang="en-US" sz="1500" kern="1200" dirty="0"/>
            <a:t> </a:t>
          </a:r>
          <a:r>
            <a:rPr lang="en-US" sz="1500" kern="1200" dirty="0" err="1"/>
            <a:t>sáng</a:t>
          </a:r>
          <a:r>
            <a:rPr lang="en-US" sz="1500" kern="1200" dirty="0"/>
            <a:t> </a:t>
          </a:r>
          <a:r>
            <a:rPr lang="en-US" sz="1500" kern="1200" dirty="0" err="1"/>
            <a:t>luân</a:t>
          </a:r>
          <a:r>
            <a:rPr lang="en-US" sz="1500" kern="1200" dirty="0"/>
            <a:t> </a:t>
          </a:r>
          <a:r>
            <a:rPr lang="en-US" sz="1500" kern="1200" dirty="0" err="1"/>
            <a:t>phiên</a:t>
          </a:r>
          <a:r>
            <a:rPr lang="en-US" sz="1500" kern="1200" dirty="0"/>
            <a:t> 3 </a:t>
          </a:r>
          <a:r>
            <a:rPr lang="en-US" sz="1500" kern="1200" dirty="0" err="1"/>
            <a:t>đèn</a:t>
          </a:r>
          <a:endParaRPr lang="en-US" sz="1500" kern="1200" dirty="0"/>
        </a:p>
      </dsp:txBody>
      <dsp:txXfrm>
        <a:off x="434354" y="1502607"/>
        <a:ext cx="1730414" cy="2845453"/>
      </dsp:txXfrm>
    </dsp:sp>
    <dsp:sp modelId="{468C6A27-19BD-40B9-A5E6-2EDE3F8CF89F}">
      <dsp:nvSpPr>
        <dsp:cNvPr id="0" name=""/>
        <dsp:cNvSpPr/>
      </dsp:nvSpPr>
      <dsp:spPr>
        <a:xfrm>
          <a:off x="2120776" y="1003955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120776" y="1095481"/>
        <a:ext cx="453443" cy="274578"/>
      </dsp:txXfrm>
    </dsp:sp>
    <dsp:sp modelId="{A30FC01A-78E6-461D-A4FF-37C1E4D3FA68}">
      <dsp:nvSpPr>
        <dsp:cNvPr id="0" name=""/>
        <dsp:cNvSpPr/>
      </dsp:nvSpPr>
      <dsp:spPr>
        <a:xfrm>
          <a:off x="2956718" y="1016771"/>
          <a:ext cx="1838086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khoiApp</a:t>
          </a:r>
          <a:endParaRPr lang="en-US" sz="1500" kern="1200" dirty="0"/>
        </a:p>
      </dsp:txBody>
      <dsp:txXfrm>
        <a:off x="2956718" y="1016771"/>
        <a:ext cx="1838086" cy="432000"/>
      </dsp:txXfrm>
    </dsp:sp>
    <dsp:sp modelId="{7923CFB2-FBB2-4B97-8F79-FDBE17187528}">
      <dsp:nvSpPr>
        <dsp:cNvPr id="0" name=""/>
        <dsp:cNvSpPr/>
      </dsp:nvSpPr>
      <dsp:spPr>
        <a:xfrm>
          <a:off x="3333194" y="1448771"/>
          <a:ext cx="1838086" cy="2953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Lưu </a:t>
          </a:r>
          <a:r>
            <a:rPr lang="en-US" sz="1500" kern="1200" dirty="0" err="1"/>
            <a:t>giá</a:t>
          </a:r>
          <a:r>
            <a:rPr lang="en-US" sz="1500" kern="1200" dirty="0"/>
            <a:t> </a:t>
          </a:r>
          <a:r>
            <a:rPr lang="en-US" sz="1500" kern="1200" dirty="0" err="1"/>
            <a:t>trị</a:t>
          </a:r>
          <a:r>
            <a:rPr lang="en-US" sz="1500" kern="1200" dirty="0"/>
            <a:t> </a:t>
          </a:r>
          <a:r>
            <a:rPr lang="en-US" sz="1500" kern="1200" dirty="0" err="1"/>
            <a:t>chân</a:t>
          </a:r>
          <a:r>
            <a:rPr lang="en-US" sz="1500" kern="1200" dirty="0"/>
            <a:t>, </a:t>
          </a:r>
          <a:r>
            <a:rPr lang="en-US" sz="1500" kern="1200" dirty="0" err="1"/>
            <a:t>thời</a:t>
          </a:r>
          <a:r>
            <a:rPr lang="en-US" sz="1500" kern="1200" dirty="0"/>
            <a:t> </a:t>
          </a:r>
          <a:r>
            <a:rPr lang="en-US" sz="1500" kern="1200" dirty="0" err="1"/>
            <a:t>gian</a:t>
          </a:r>
          <a:r>
            <a:rPr lang="en-US" sz="1500" kern="1200" dirty="0"/>
            <a:t> </a:t>
          </a:r>
          <a:r>
            <a:rPr lang="en-US" sz="1500" kern="1200" dirty="0" err="1"/>
            <a:t>sáng</a:t>
          </a:r>
          <a:r>
            <a:rPr lang="en-US" sz="1500" kern="1200" dirty="0"/>
            <a:t> </a:t>
          </a:r>
          <a:r>
            <a:rPr lang="en-US" sz="1500" kern="1200" dirty="0" err="1"/>
            <a:t>đèn</a:t>
          </a:r>
          <a:r>
            <a:rPr lang="en-US" sz="1500" kern="1200" dirty="0"/>
            <a:t> </a:t>
          </a:r>
          <a:r>
            <a:rPr lang="en-US" sz="1500" kern="1200" dirty="0" err="1"/>
            <a:t>vào</a:t>
          </a:r>
          <a:r>
            <a:rPr lang="en-US" sz="1500" kern="1200" dirty="0"/>
            <a:t> </a:t>
          </a:r>
          <a:r>
            <a:rPr lang="en-US" sz="1500" kern="1200" dirty="0" err="1"/>
            <a:t>dàn</a:t>
          </a:r>
          <a:r>
            <a:rPr lang="en-US" sz="1500" kern="1200" dirty="0"/>
            <a:t> ý </a:t>
          </a:r>
          <a:r>
            <a:rPr lang="en-US" sz="1500" kern="1200" dirty="0" err="1"/>
            <a:t>của</a:t>
          </a:r>
          <a:r>
            <a:rPr lang="en-US" sz="1500" kern="1200" dirty="0"/>
            <a:t> </a:t>
          </a:r>
          <a:r>
            <a:rPr lang="en-US" sz="1500" kern="1200" dirty="0" err="1"/>
            <a:t>chương</a:t>
          </a:r>
          <a:r>
            <a:rPr lang="en-US" sz="1500" kern="1200" dirty="0"/>
            <a:t> </a:t>
          </a:r>
          <a:r>
            <a:rPr lang="en-US" sz="1500" kern="1200" dirty="0" err="1"/>
            <a:t>trình</a:t>
          </a:r>
          <a:r>
            <a:rPr lang="en-US" sz="1500" kern="1200" dirty="0"/>
            <a:t> </a:t>
          </a:r>
          <a:r>
            <a:rPr lang="en-US" sz="1500" kern="1200" dirty="0" err="1"/>
            <a:t>khoiGT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Định </a:t>
          </a:r>
          <a:r>
            <a:rPr lang="en-US" sz="1500" kern="1200" dirty="0" err="1"/>
            <a:t>nghĩ</a:t>
          </a:r>
          <a:r>
            <a:rPr lang="en-US" sz="1500" kern="1200" dirty="0"/>
            <a:t> </a:t>
          </a:r>
          <a:r>
            <a:rPr lang="en-US" sz="1500" kern="1200" dirty="0" err="1"/>
            <a:t>chương</a:t>
          </a:r>
          <a:r>
            <a:rPr lang="en-US" sz="1500" kern="1200" dirty="0"/>
            <a:t> </a:t>
          </a:r>
          <a:r>
            <a:rPr lang="en-US" sz="1500" kern="1200" dirty="0" err="1"/>
            <a:t>trình</a:t>
          </a:r>
          <a:r>
            <a:rPr lang="en-US" sz="1500" kern="1200" dirty="0"/>
            <a:t> </a:t>
          </a:r>
          <a:r>
            <a:rPr lang="en-US" sz="1500" kern="1200" dirty="0" err="1"/>
            <a:t>sáng</a:t>
          </a:r>
          <a:r>
            <a:rPr lang="en-US" sz="1500" kern="1200" dirty="0"/>
            <a:t> 3 </a:t>
          </a:r>
          <a:r>
            <a:rPr lang="en-US" sz="1500" kern="1200" dirty="0" err="1"/>
            <a:t>đèn</a:t>
          </a:r>
          <a:r>
            <a:rPr lang="en-US" sz="1500" kern="1200" dirty="0"/>
            <a:t> </a:t>
          </a:r>
          <a:r>
            <a:rPr lang="en-US" sz="1500" kern="1200" dirty="0" err="1"/>
            <a:t>luân</a:t>
          </a:r>
          <a:r>
            <a:rPr lang="en-US" sz="1500" kern="1200" dirty="0"/>
            <a:t> </a:t>
          </a:r>
          <a:r>
            <a:rPr lang="en-US" sz="1500" kern="1200" dirty="0" err="1"/>
            <a:t>phiên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Định </a:t>
          </a:r>
          <a:r>
            <a:rPr lang="en-US" sz="1500" kern="1200" dirty="0" err="1"/>
            <a:t>nghĩ</a:t>
          </a:r>
          <a:r>
            <a:rPr lang="en-US" sz="1500" kern="1200" dirty="0"/>
            <a:t> </a:t>
          </a:r>
          <a:r>
            <a:rPr lang="en-US" sz="1500" kern="1200" dirty="0" err="1"/>
            <a:t>trạng</a:t>
          </a:r>
          <a:r>
            <a:rPr lang="en-US" sz="1500" kern="1200" dirty="0"/>
            <a:t> </a:t>
          </a:r>
          <a:r>
            <a:rPr lang="en-US" sz="1500" kern="1200" dirty="0" err="1"/>
            <a:t>thái</a:t>
          </a:r>
          <a:r>
            <a:rPr lang="en-US" sz="1500" kern="1200" dirty="0"/>
            <a:t> </a:t>
          </a:r>
          <a:r>
            <a:rPr lang="en-US" sz="1500" kern="1200" dirty="0" err="1"/>
            <a:t>nhàn</a:t>
          </a:r>
          <a:r>
            <a:rPr lang="en-US" sz="1500" kern="1200" dirty="0"/>
            <a:t> </a:t>
          </a:r>
          <a:r>
            <a:rPr lang="en-US" sz="1500" kern="1200" dirty="0" err="1"/>
            <a:t>rỗi</a:t>
          </a:r>
          <a:r>
            <a:rPr lang="en-US" sz="1500" kern="1200" dirty="0"/>
            <a:t> </a:t>
          </a:r>
          <a:r>
            <a:rPr lang="en-US" sz="1500" kern="1200" dirty="0" err="1"/>
            <a:t>của</a:t>
          </a:r>
          <a:r>
            <a:rPr lang="en-US" sz="1500" kern="1200" dirty="0"/>
            <a:t> </a:t>
          </a:r>
          <a:r>
            <a:rPr lang="en-US" sz="1500" kern="1200" dirty="0" err="1"/>
            <a:t>chế</a:t>
          </a:r>
          <a:r>
            <a:rPr lang="en-US" sz="1500" kern="1200" dirty="0"/>
            <a:t> </a:t>
          </a:r>
          <a:r>
            <a:rPr lang="en-US" sz="1500" kern="1200" dirty="0" err="1"/>
            <a:t>độ</a:t>
          </a:r>
          <a:r>
            <a:rPr lang="en-US" sz="1500" kern="1200" dirty="0"/>
            <a:t> Sáng 3 </a:t>
          </a:r>
          <a:r>
            <a:rPr lang="en-US" sz="1500" kern="1200" dirty="0" err="1"/>
            <a:t>đèn</a:t>
          </a:r>
          <a:r>
            <a:rPr lang="en-US" sz="1500" kern="1200" dirty="0"/>
            <a:t> </a:t>
          </a:r>
          <a:r>
            <a:rPr lang="en-US" sz="1500" kern="1200" dirty="0" err="1"/>
            <a:t>luân</a:t>
          </a:r>
          <a:r>
            <a:rPr lang="en-US" sz="1500" kern="1200" dirty="0"/>
            <a:t> </a:t>
          </a:r>
          <a:r>
            <a:rPr lang="en-US" sz="1500" kern="1200" dirty="0" err="1"/>
            <a:t>phiên</a:t>
          </a:r>
          <a:endParaRPr lang="en-US" sz="1500" kern="1200" dirty="0"/>
        </a:p>
      </dsp:txBody>
      <dsp:txXfrm>
        <a:off x="3387030" y="1502607"/>
        <a:ext cx="1730414" cy="2845453"/>
      </dsp:txXfrm>
    </dsp:sp>
    <dsp:sp modelId="{5D1E0483-AD46-4491-95A3-92694F2B8552}">
      <dsp:nvSpPr>
        <dsp:cNvPr id="0" name=""/>
        <dsp:cNvSpPr/>
      </dsp:nvSpPr>
      <dsp:spPr>
        <a:xfrm>
          <a:off x="5073452" y="1003955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073452" y="1095481"/>
        <a:ext cx="453443" cy="274578"/>
      </dsp:txXfrm>
    </dsp:sp>
    <dsp:sp modelId="{8E2BDF97-5A35-4D5C-BA8D-64F121BE14C7}">
      <dsp:nvSpPr>
        <dsp:cNvPr id="0" name=""/>
        <dsp:cNvSpPr/>
      </dsp:nvSpPr>
      <dsp:spPr>
        <a:xfrm>
          <a:off x="5909394" y="1016771"/>
          <a:ext cx="1838086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khoiGT</a:t>
          </a:r>
          <a:endParaRPr lang="en-US" sz="1500" kern="1200" dirty="0"/>
        </a:p>
      </dsp:txBody>
      <dsp:txXfrm>
        <a:off x="5909394" y="1016771"/>
        <a:ext cx="1838086" cy="432000"/>
      </dsp:txXfrm>
    </dsp:sp>
    <dsp:sp modelId="{82416ED1-5CCB-4336-A507-4CFA3E8C7A0E}">
      <dsp:nvSpPr>
        <dsp:cNvPr id="0" name=""/>
        <dsp:cNvSpPr/>
      </dsp:nvSpPr>
      <dsp:spPr>
        <a:xfrm>
          <a:off x="6285870" y="1448771"/>
          <a:ext cx="1838086" cy="2953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Tạo</a:t>
          </a:r>
          <a:r>
            <a:rPr lang="en-US" sz="1500" kern="1200" dirty="0"/>
            <a:t> </a:t>
          </a:r>
          <a:r>
            <a:rPr lang="en-US" sz="1500" kern="1200" dirty="0" err="1"/>
            <a:t>dàn</a:t>
          </a:r>
          <a:r>
            <a:rPr lang="en-US" sz="1500" kern="1200" dirty="0"/>
            <a:t> ý </a:t>
          </a:r>
          <a:r>
            <a:rPr lang="en-US" sz="1500" kern="1200" dirty="0" err="1"/>
            <a:t>để</a:t>
          </a:r>
          <a:r>
            <a:rPr lang="en-US" sz="1500" kern="1200" dirty="0"/>
            <a:t> </a:t>
          </a:r>
          <a:r>
            <a:rPr lang="en-US" sz="1500" kern="1200" dirty="0" err="1"/>
            <a:t>khai</a:t>
          </a:r>
          <a:r>
            <a:rPr lang="en-US" sz="1500" kern="1200" dirty="0"/>
            <a:t> </a:t>
          </a:r>
          <a:r>
            <a:rPr lang="en-US" sz="1500" kern="1200" dirty="0" err="1"/>
            <a:t>báo</a:t>
          </a:r>
          <a:r>
            <a:rPr lang="en-US" sz="1500" kern="1200" dirty="0"/>
            <a:t> </a:t>
          </a:r>
          <a:r>
            <a:rPr lang="en-US" sz="1500" kern="1200" dirty="0" err="1"/>
            <a:t>chân</a:t>
          </a:r>
          <a:r>
            <a:rPr lang="en-US" sz="1500" kern="1200" dirty="0"/>
            <a:t>, </a:t>
          </a:r>
          <a:r>
            <a:rPr lang="en-US" sz="1500" kern="1200" dirty="0" err="1"/>
            <a:t>thời</a:t>
          </a:r>
          <a:r>
            <a:rPr lang="en-US" sz="1500" kern="1200" dirty="0"/>
            <a:t> </a:t>
          </a:r>
          <a:r>
            <a:rPr lang="en-US" sz="1500" kern="1200" dirty="0" err="1"/>
            <a:t>gian</a:t>
          </a:r>
          <a:r>
            <a:rPr lang="en-US" sz="1500" kern="1200" dirty="0"/>
            <a:t> </a:t>
          </a:r>
          <a:r>
            <a:rPr lang="en-US" sz="1500" kern="1200" dirty="0" err="1"/>
            <a:t>sáng</a:t>
          </a:r>
          <a:r>
            <a:rPr lang="en-US" sz="1500" kern="1200" dirty="0"/>
            <a:t> </a:t>
          </a:r>
          <a:r>
            <a:rPr lang="en-US" sz="1500" kern="1200" dirty="0" err="1"/>
            <a:t>đèn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Định </a:t>
          </a:r>
          <a:r>
            <a:rPr lang="en-US" sz="1500" kern="1200" dirty="0" err="1"/>
            <a:t>nghĩa</a:t>
          </a:r>
          <a:r>
            <a:rPr lang="en-US" sz="1500" kern="1200" dirty="0"/>
            <a:t> </a:t>
          </a:r>
          <a:r>
            <a:rPr lang="en-US" sz="1500" kern="1200" dirty="0" err="1"/>
            <a:t>các</a:t>
          </a:r>
          <a:r>
            <a:rPr lang="en-US" sz="1500" kern="1200" dirty="0"/>
            <a:t> </a:t>
          </a:r>
          <a:r>
            <a:rPr lang="en-US" sz="1500" kern="1200" dirty="0" err="1"/>
            <a:t>thao</a:t>
          </a:r>
          <a:r>
            <a:rPr lang="en-US" sz="1500" kern="1200" dirty="0"/>
            <a:t> </a:t>
          </a:r>
          <a:r>
            <a:rPr lang="en-US" sz="1500" kern="1200" dirty="0" err="1"/>
            <a:t>tác</a:t>
          </a:r>
          <a:r>
            <a:rPr lang="en-US" sz="1500" kern="1200" dirty="0"/>
            <a:t> </a:t>
          </a:r>
          <a:r>
            <a:rPr lang="en-US" sz="1500" kern="1200" dirty="0" err="1"/>
            <a:t>sẽ</a:t>
          </a:r>
          <a:r>
            <a:rPr lang="en-US" sz="1500" kern="1200" dirty="0"/>
            <a:t> </a:t>
          </a:r>
          <a:r>
            <a:rPr lang="en-US" sz="1500" kern="1200" dirty="0" err="1"/>
            <a:t>thực</a:t>
          </a:r>
          <a:r>
            <a:rPr lang="en-US" sz="1500" kern="1200" dirty="0"/>
            <a:t> </a:t>
          </a:r>
          <a:r>
            <a:rPr lang="en-US" sz="1500" kern="1200" dirty="0" err="1"/>
            <a:t>hiện</a:t>
          </a:r>
          <a:r>
            <a:rPr lang="en-US" sz="1500" kern="1200" dirty="0"/>
            <a:t> </a:t>
          </a:r>
          <a:r>
            <a:rPr lang="en-US" sz="1500" kern="1200" dirty="0" err="1"/>
            <a:t>trong</a:t>
          </a:r>
          <a:r>
            <a:rPr lang="en-US" sz="1500" kern="1200" dirty="0"/>
            <a:t> </a:t>
          </a:r>
          <a:r>
            <a:rPr lang="en-US" sz="1500" kern="1200" dirty="0" err="1"/>
            <a:t>Chế</a:t>
          </a:r>
          <a:r>
            <a:rPr lang="en-US" sz="1500" kern="1200" dirty="0"/>
            <a:t> </a:t>
          </a:r>
          <a:r>
            <a:rPr lang="en-US" sz="1500" kern="1200" dirty="0" err="1"/>
            <a:t>độ</a:t>
          </a:r>
          <a:r>
            <a:rPr lang="en-US" sz="1500" kern="1200" dirty="0"/>
            <a:t> </a:t>
          </a:r>
          <a:r>
            <a:rPr lang="en-US" sz="1500" kern="1200" dirty="0" err="1"/>
            <a:t>sáng</a:t>
          </a:r>
          <a:r>
            <a:rPr lang="en-US" sz="1500" kern="1200" dirty="0"/>
            <a:t> 3 </a:t>
          </a:r>
          <a:r>
            <a:rPr lang="en-US" sz="1500" kern="1200" dirty="0" err="1"/>
            <a:t>đèn</a:t>
          </a:r>
          <a:endParaRPr lang="en-US" sz="1500" kern="1200" dirty="0"/>
        </a:p>
      </dsp:txBody>
      <dsp:txXfrm>
        <a:off x="6339706" y="1502607"/>
        <a:ext cx="1730414" cy="28454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D66D0-79F6-4F95-9839-A6CEEC4EA919}">
      <dsp:nvSpPr>
        <dsp:cNvPr id="0" name=""/>
        <dsp:cNvSpPr/>
      </dsp:nvSpPr>
      <dsp:spPr>
        <a:xfrm>
          <a:off x="4042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LedGT.ino</a:t>
          </a:r>
          <a:endParaRPr lang="en-US" sz="2800" kern="1200" dirty="0"/>
        </a:p>
      </dsp:txBody>
      <dsp:txXfrm>
        <a:off x="4042" y="1535316"/>
        <a:ext cx="1838086" cy="735234"/>
      </dsp:txXfrm>
    </dsp:sp>
    <dsp:sp modelId="{DBEC8F2A-36F6-4BF0-9EE2-17A135A2AFEB}">
      <dsp:nvSpPr>
        <dsp:cNvPr id="0" name=""/>
        <dsp:cNvSpPr/>
      </dsp:nvSpPr>
      <dsp:spPr>
        <a:xfrm>
          <a:off x="380518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427755" y="2317787"/>
        <a:ext cx="1743612" cy="1518326"/>
      </dsp:txXfrm>
    </dsp:sp>
    <dsp:sp modelId="{468C6A27-19BD-40B9-A5E6-2EDE3F8CF89F}">
      <dsp:nvSpPr>
        <dsp:cNvPr id="0" name=""/>
        <dsp:cNvSpPr/>
      </dsp:nvSpPr>
      <dsp:spPr>
        <a:xfrm>
          <a:off x="2120776" y="1674118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120776" y="1765644"/>
        <a:ext cx="453443" cy="274578"/>
      </dsp:txXfrm>
    </dsp:sp>
    <dsp:sp modelId="{A30FC01A-78E6-461D-A4FF-37C1E4D3FA68}">
      <dsp:nvSpPr>
        <dsp:cNvPr id="0" name=""/>
        <dsp:cNvSpPr/>
      </dsp:nvSpPr>
      <dsp:spPr>
        <a:xfrm>
          <a:off x="2956718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khoiApp</a:t>
          </a:r>
          <a:endParaRPr lang="en-US" sz="2800" kern="1200" dirty="0"/>
        </a:p>
      </dsp:txBody>
      <dsp:txXfrm>
        <a:off x="2956718" y="1535316"/>
        <a:ext cx="1838086" cy="735234"/>
      </dsp:txXfrm>
    </dsp:sp>
    <dsp:sp modelId="{7923CFB2-FBB2-4B97-8F79-FDBE17187528}">
      <dsp:nvSpPr>
        <dsp:cNvPr id="0" name=""/>
        <dsp:cNvSpPr/>
      </dsp:nvSpPr>
      <dsp:spPr>
        <a:xfrm>
          <a:off x="3333194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3380431" y="2317787"/>
        <a:ext cx="1743612" cy="1518326"/>
      </dsp:txXfrm>
    </dsp:sp>
    <dsp:sp modelId="{5D1E0483-AD46-4491-95A3-92694F2B8552}">
      <dsp:nvSpPr>
        <dsp:cNvPr id="0" name=""/>
        <dsp:cNvSpPr/>
      </dsp:nvSpPr>
      <dsp:spPr>
        <a:xfrm>
          <a:off x="5073452" y="1674118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73452" y="1765644"/>
        <a:ext cx="453443" cy="274578"/>
      </dsp:txXfrm>
    </dsp:sp>
    <dsp:sp modelId="{8E2BDF97-5A35-4D5C-BA8D-64F121BE14C7}">
      <dsp:nvSpPr>
        <dsp:cNvPr id="0" name=""/>
        <dsp:cNvSpPr/>
      </dsp:nvSpPr>
      <dsp:spPr>
        <a:xfrm>
          <a:off x="5909394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khoiBlink</a:t>
          </a:r>
          <a:endParaRPr lang="en-US" sz="2800" kern="1200" dirty="0"/>
        </a:p>
      </dsp:txBody>
      <dsp:txXfrm>
        <a:off x="5909394" y="1535316"/>
        <a:ext cx="1838086" cy="735234"/>
      </dsp:txXfrm>
    </dsp:sp>
    <dsp:sp modelId="{82416ED1-5CCB-4336-A507-4CFA3E8C7A0E}">
      <dsp:nvSpPr>
        <dsp:cNvPr id="0" name=""/>
        <dsp:cNvSpPr/>
      </dsp:nvSpPr>
      <dsp:spPr>
        <a:xfrm>
          <a:off x="6285870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6333107" y="2317787"/>
        <a:ext cx="1743612" cy="15183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D66D0-79F6-4F95-9839-A6CEEC4EA919}">
      <dsp:nvSpPr>
        <dsp:cNvPr id="0" name=""/>
        <dsp:cNvSpPr/>
      </dsp:nvSpPr>
      <dsp:spPr>
        <a:xfrm>
          <a:off x="4042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LedGT.ino</a:t>
          </a:r>
          <a:endParaRPr lang="en-US" sz="2800" kern="1200" dirty="0"/>
        </a:p>
      </dsp:txBody>
      <dsp:txXfrm>
        <a:off x="4042" y="1535316"/>
        <a:ext cx="1838086" cy="735234"/>
      </dsp:txXfrm>
    </dsp:sp>
    <dsp:sp modelId="{DBEC8F2A-36F6-4BF0-9EE2-17A135A2AFEB}">
      <dsp:nvSpPr>
        <dsp:cNvPr id="0" name=""/>
        <dsp:cNvSpPr/>
      </dsp:nvSpPr>
      <dsp:spPr>
        <a:xfrm>
          <a:off x="380518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427755" y="2317787"/>
        <a:ext cx="1743612" cy="1518326"/>
      </dsp:txXfrm>
    </dsp:sp>
    <dsp:sp modelId="{468C6A27-19BD-40B9-A5E6-2EDE3F8CF89F}">
      <dsp:nvSpPr>
        <dsp:cNvPr id="0" name=""/>
        <dsp:cNvSpPr/>
      </dsp:nvSpPr>
      <dsp:spPr>
        <a:xfrm>
          <a:off x="2120776" y="1674118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120776" y="1765644"/>
        <a:ext cx="453443" cy="274578"/>
      </dsp:txXfrm>
    </dsp:sp>
    <dsp:sp modelId="{A30FC01A-78E6-461D-A4FF-37C1E4D3FA68}">
      <dsp:nvSpPr>
        <dsp:cNvPr id="0" name=""/>
        <dsp:cNvSpPr/>
      </dsp:nvSpPr>
      <dsp:spPr>
        <a:xfrm>
          <a:off x="2956718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khoiApp</a:t>
          </a:r>
          <a:endParaRPr lang="en-US" sz="2800" kern="1200" dirty="0"/>
        </a:p>
      </dsp:txBody>
      <dsp:txXfrm>
        <a:off x="2956718" y="1535316"/>
        <a:ext cx="1838086" cy="735234"/>
      </dsp:txXfrm>
    </dsp:sp>
    <dsp:sp modelId="{7923CFB2-FBB2-4B97-8F79-FDBE17187528}">
      <dsp:nvSpPr>
        <dsp:cNvPr id="0" name=""/>
        <dsp:cNvSpPr/>
      </dsp:nvSpPr>
      <dsp:spPr>
        <a:xfrm>
          <a:off x="3333194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3380431" y="2317787"/>
        <a:ext cx="1743612" cy="1518326"/>
      </dsp:txXfrm>
    </dsp:sp>
    <dsp:sp modelId="{5D1E0483-AD46-4491-95A3-92694F2B8552}">
      <dsp:nvSpPr>
        <dsp:cNvPr id="0" name=""/>
        <dsp:cNvSpPr/>
      </dsp:nvSpPr>
      <dsp:spPr>
        <a:xfrm>
          <a:off x="5073452" y="1674118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73452" y="1765644"/>
        <a:ext cx="453443" cy="274578"/>
      </dsp:txXfrm>
    </dsp:sp>
    <dsp:sp modelId="{8E2BDF97-5A35-4D5C-BA8D-64F121BE14C7}">
      <dsp:nvSpPr>
        <dsp:cNvPr id="0" name=""/>
        <dsp:cNvSpPr/>
      </dsp:nvSpPr>
      <dsp:spPr>
        <a:xfrm>
          <a:off x="5909394" y="1535316"/>
          <a:ext cx="1838086" cy="120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khoiBlink</a:t>
          </a:r>
          <a:endParaRPr lang="en-US" sz="2800" kern="1200" dirty="0"/>
        </a:p>
      </dsp:txBody>
      <dsp:txXfrm>
        <a:off x="5909394" y="1535316"/>
        <a:ext cx="1838086" cy="735234"/>
      </dsp:txXfrm>
    </dsp:sp>
    <dsp:sp modelId="{82416ED1-5CCB-4336-A507-4CFA3E8C7A0E}">
      <dsp:nvSpPr>
        <dsp:cNvPr id="0" name=""/>
        <dsp:cNvSpPr/>
      </dsp:nvSpPr>
      <dsp:spPr>
        <a:xfrm>
          <a:off x="6285870" y="2270550"/>
          <a:ext cx="1838086" cy="161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</dsp:txBody>
      <dsp:txXfrm>
        <a:off x="6333107" y="2317787"/>
        <a:ext cx="1743612" cy="1518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14E9-4132-2504-945E-844369134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4EA1B-6B97-87F1-8274-04A8CF6C5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4C42-4862-49E5-B166-CC41921C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C41C3-78B8-1FD0-0C97-0A99BAA1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7F4F8-B6C9-2DAB-F86D-E5CBFF73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5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1282-064D-DAD1-9480-C5903397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513A-786F-D082-632C-1DD299837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13FF7-FB4C-0BCC-DC7C-FDC929DA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415F8-4739-BE94-BD54-DC842B93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4FA4-CB24-6104-1794-D5EE88DF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6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D30C-F776-9652-DB0C-C4933C62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8458A-C9D9-7CB5-D764-55D64D452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F3040-C255-DBE7-2A45-864A6597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F837-FC49-7775-D83D-CF41DBB1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A0584-3FDD-1E09-911B-164502EB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5D54-CB89-051C-F4CA-1F511B29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AF84-363E-D49A-FA41-A4CBF192C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2A0C-D3C9-D1A2-4795-BDF7A68D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19DC0-EFF0-ACE4-76E4-9212A3E2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FC331-317F-F89F-5282-7C0A2F54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9E940-35DC-D2A7-D4D0-850D9703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3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7F3A-A406-9A9D-9250-3C6A844F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078FD-F7AF-CC50-FBD3-207492872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C67E-F140-2E17-FCD1-11BB2AB84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57491-4AB6-5323-05D7-4543A0C52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7A368-51DF-2F1F-630F-F9A421CCD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C8F7E-95D8-4C7F-6B36-66FC2544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99C56F-B7A3-5DCB-B30D-815F33A8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90CE0-A4AC-72B5-46DE-F49CB44D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0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56AB-856C-0246-E9DB-B831D65A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A1DFB-E812-56A3-BE01-0883472A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ED8FC-E43B-4894-916F-C055BFBA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44DD6-DE62-75D6-6FE6-DCA1DEA0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4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83C23-97F5-F042-CCD8-56DC23C6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0CB3D-7108-9B27-5C14-A9193A8F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3A19-7D37-5404-19AF-63123B10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2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1E03-06F4-4100-6025-E0B853D6F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DF901-C6A8-3D6C-1FFF-E3982CCD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1BAD0-A681-3D3D-983E-8780C87AC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5E40-9E4F-01C7-661A-4FDC11B0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13DBE-9BA3-D398-ADC4-B1B596E7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95C6F-6835-4459-8180-1C01B589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5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DED2-921F-BF31-A086-F67082B5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1B7BB-C454-BD87-E835-1B29217A3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CBD59-EBF0-6C79-166E-A4FB9E7D4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FBAD-C96E-2A1F-C903-D5C22F2DC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78DBE-FBA3-D51B-8D4D-85EBFF569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A05C3-883B-75B2-D53E-D0D91BDF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8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F4D8-E2FF-DB7D-47DF-C57F9D4B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7051F-F617-3560-F9C1-0E03C48D8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D5EC4-BAC3-78FE-D4D7-D91DB819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F6835-726B-D973-6DF2-773C6384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56E8B-4992-8E37-6E75-3AC3E419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4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EF150-8956-1210-B6D6-080CE4126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9979A-52D7-24B7-0ECA-893F30B93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C81BF-4ACA-5305-46F8-9EF272C0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C57BF-C7AB-2B95-3667-9BF2452D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AB2C-1F25-8D7A-DA13-2B385F51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1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5615D0-828E-66D4-B568-77CF26BE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C1876-770F-BC94-3EE7-8F061790E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E39B-6943-F271-EEC7-8C1695FDA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A9F94-4A04-43AB-9316-974FD8996A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5D5AF-BC8E-0C94-6F7B-FD5386B6C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1F68E-D875-AD48-91C3-8CEBA2757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AB2B0-2DF6-4EA7-85C2-3688796D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8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6405DCB-CD1C-5058-B6C2-D658A4E09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880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461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44CA-CC8E-1508-D4E7-71F6BA2A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56B6F67-03BB-F971-1060-CC3FDF68DF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56866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8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9824-6080-73FE-2ACD-893C8EAA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61239D7-856D-02F1-2E1B-5CF8F82F1138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821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107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Hshop Sale2</dc:creator>
  <cp:lastModifiedBy>Hshop Sale2</cp:lastModifiedBy>
  <cp:revision>2</cp:revision>
  <dcterms:created xsi:type="dcterms:W3CDTF">2025-12-20T09:32:35Z</dcterms:created>
  <dcterms:modified xsi:type="dcterms:W3CDTF">2025-12-20T09:53:37Z</dcterms:modified>
</cp:coreProperties>
</file>